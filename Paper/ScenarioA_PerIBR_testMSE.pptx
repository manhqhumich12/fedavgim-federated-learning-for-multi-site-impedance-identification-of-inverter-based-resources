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308725" cy="2651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1B9FA-BBAD-4BBC-B90C-A85AAF2EB676}" v="2" dt="2025-12-12T01:53:40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3" d="100"/>
          <a:sy n="183" d="100"/>
        </p:scale>
        <p:origin x="125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custSel addSld modSld">
      <pc:chgData name="Hoang, Quang Manh" userId="1c61224f-ec88-4d4b-ad8c-d1c568721deb" providerId="ADAL" clId="{1A4E9071-D4A9-4D30-A7D1-538CF7032776}" dt="2025-12-12T01:53:57.032" v="17" actId="14100"/>
      <pc:docMkLst>
        <pc:docMk/>
      </pc:docMkLst>
      <pc:sldChg chg="addSp delSp modSp new mod">
        <pc:chgData name="Hoang, Quang Manh" userId="1c61224f-ec88-4d4b-ad8c-d1c568721deb" providerId="ADAL" clId="{1A4E9071-D4A9-4D30-A7D1-538CF7032776}" dt="2025-12-12T01:53:57.032" v="17" actId="14100"/>
        <pc:sldMkLst>
          <pc:docMk/>
          <pc:sldMk cId="140100102" sldId="256"/>
        </pc:sldMkLst>
        <pc:spChg chg="del">
          <ac:chgData name="Hoang, Quang Manh" userId="1c61224f-ec88-4d4b-ad8c-d1c568721deb" providerId="ADAL" clId="{1A4E9071-D4A9-4D30-A7D1-538CF7032776}" dt="2025-12-11T22:01:06.682" v="1" actId="478"/>
          <ac:spMkLst>
            <pc:docMk/>
            <pc:sldMk cId="140100102" sldId="256"/>
            <ac:spMk id="2" creationId="{DC13901E-A156-DEE4-910D-32B3EA234349}"/>
          </ac:spMkLst>
        </pc:spChg>
        <pc:spChg chg="del">
          <ac:chgData name="Hoang, Quang Manh" userId="1c61224f-ec88-4d4b-ad8c-d1c568721deb" providerId="ADAL" clId="{1A4E9071-D4A9-4D30-A7D1-538CF7032776}" dt="2025-12-11T22:01:07.465" v="2" actId="478"/>
          <ac:spMkLst>
            <pc:docMk/>
            <pc:sldMk cId="140100102" sldId="256"/>
            <ac:spMk id="3" creationId="{8BECBE20-107C-E8F8-A8E9-5D2C8DAEA701}"/>
          </ac:spMkLst>
        </pc:spChg>
        <pc:picChg chg="add del mod">
          <ac:chgData name="Hoang, Quang Manh" userId="1c61224f-ec88-4d4b-ad8c-d1c568721deb" providerId="ADAL" clId="{1A4E9071-D4A9-4D30-A7D1-538CF7032776}" dt="2025-12-11T22:02:04.227" v="14" actId="478"/>
          <ac:picMkLst>
            <pc:docMk/>
            <pc:sldMk cId="140100102" sldId="256"/>
            <ac:picMk id="5" creationId="{1586DA86-5827-DC38-D63C-F9FEDA1B0E26}"/>
          </ac:picMkLst>
        </pc:picChg>
        <pc:picChg chg="add del mod">
          <ac:chgData name="Hoang, Quang Manh" userId="1c61224f-ec88-4d4b-ad8c-d1c568721deb" providerId="ADAL" clId="{1A4E9071-D4A9-4D30-A7D1-538CF7032776}" dt="2025-12-11T22:02:04.669" v="15" actId="478"/>
          <ac:picMkLst>
            <pc:docMk/>
            <pc:sldMk cId="140100102" sldId="256"/>
            <ac:picMk id="7" creationId="{14B60C75-51F8-43D0-BC4D-2F18D892C3E6}"/>
          </ac:picMkLst>
        </pc:picChg>
        <pc:picChg chg="add del mod">
          <ac:chgData name="Hoang, Quang Manh" userId="1c61224f-ec88-4d4b-ad8c-d1c568721deb" providerId="ADAL" clId="{1A4E9071-D4A9-4D30-A7D1-538CF7032776}" dt="2025-12-11T22:02:03.215" v="12" actId="478"/>
          <ac:picMkLst>
            <pc:docMk/>
            <pc:sldMk cId="140100102" sldId="256"/>
            <ac:picMk id="9" creationId="{F6829FA7-6B89-0966-4093-4631766C4B93}"/>
          </ac:picMkLst>
        </pc:picChg>
        <pc:picChg chg="add del mod">
          <ac:chgData name="Hoang, Quang Manh" userId="1c61224f-ec88-4d4b-ad8c-d1c568721deb" providerId="ADAL" clId="{1A4E9071-D4A9-4D30-A7D1-538CF7032776}" dt="2025-12-11T22:02:03.749" v="13" actId="478"/>
          <ac:picMkLst>
            <pc:docMk/>
            <pc:sldMk cId="140100102" sldId="256"/>
            <ac:picMk id="11" creationId="{1B0874A9-49ED-B563-FE4E-1205A266763C}"/>
          </ac:picMkLst>
        </pc:picChg>
        <pc:picChg chg="add mod">
          <ac:chgData name="Hoang, Quang Manh" userId="1c61224f-ec88-4d4b-ad8c-d1c568721deb" providerId="ADAL" clId="{1A4E9071-D4A9-4D30-A7D1-538CF7032776}" dt="2025-12-12T01:53:57.032" v="17" actId="14100"/>
          <ac:picMkLst>
            <pc:docMk/>
            <pc:sldMk cId="140100102" sldId="256"/>
            <ac:picMk id="13" creationId="{A606E911-C95C-F7A4-50B5-091FBF373C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591" y="433877"/>
            <a:ext cx="4731544" cy="922984"/>
          </a:xfrm>
        </p:spPr>
        <p:txBody>
          <a:bodyPr anchor="b"/>
          <a:lstStyle>
            <a:lvl1pPr algn="ctr">
              <a:defRPr sz="2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8591" y="1392454"/>
            <a:ext cx="4731544" cy="640075"/>
          </a:xfrm>
        </p:spPr>
        <p:txBody>
          <a:bodyPr/>
          <a:lstStyle>
            <a:lvl1pPr marL="0" indent="0" algn="ctr">
              <a:buNone/>
              <a:defRPr sz="928"/>
            </a:lvl1pPr>
            <a:lvl2pPr marL="176754" indent="0" algn="ctr">
              <a:buNone/>
              <a:defRPr sz="773"/>
            </a:lvl2pPr>
            <a:lvl3pPr marL="353507" indent="0" algn="ctr">
              <a:buNone/>
              <a:defRPr sz="696"/>
            </a:lvl3pPr>
            <a:lvl4pPr marL="530261" indent="0" algn="ctr">
              <a:buNone/>
              <a:defRPr sz="619"/>
            </a:lvl4pPr>
            <a:lvl5pPr marL="707014" indent="0" algn="ctr">
              <a:buNone/>
              <a:defRPr sz="619"/>
            </a:lvl5pPr>
            <a:lvl6pPr marL="883768" indent="0" algn="ctr">
              <a:buNone/>
              <a:defRPr sz="619"/>
            </a:lvl6pPr>
            <a:lvl7pPr marL="1060521" indent="0" algn="ctr">
              <a:buNone/>
              <a:defRPr sz="619"/>
            </a:lvl7pPr>
            <a:lvl8pPr marL="1237275" indent="0" algn="ctr">
              <a:buNone/>
              <a:defRPr sz="619"/>
            </a:lvl8pPr>
            <a:lvl9pPr marL="1414028" indent="0" algn="ctr">
              <a:buNone/>
              <a:defRPr sz="61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71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439" y="660941"/>
            <a:ext cx="5441275" cy="1102794"/>
          </a:xfrm>
        </p:spPr>
        <p:txBody>
          <a:bodyPr anchor="b"/>
          <a:lstStyle>
            <a:lvl1pPr>
              <a:defRPr sz="2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0439" y="1774168"/>
            <a:ext cx="5441275" cy="579933"/>
          </a:xfrm>
        </p:spPr>
        <p:txBody>
          <a:bodyPr/>
          <a:lstStyle>
            <a:lvl1pPr marL="0" indent="0">
              <a:buNone/>
              <a:defRPr sz="928">
                <a:solidFill>
                  <a:schemeClr val="tx1">
                    <a:tint val="82000"/>
                  </a:schemeClr>
                </a:solidFill>
              </a:defRPr>
            </a:lvl1pPr>
            <a:lvl2pPr marL="176754" indent="0">
              <a:buNone/>
              <a:defRPr sz="773">
                <a:solidFill>
                  <a:schemeClr val="tx1">
                    <a:tint val="82000"/>
                  </a:schemeClr>
                </a:solidFill>
              </a:defRPr>
            </a:lvl2pPr>
            <a:lvl3pPr marL="353507" indent="0">
              <a:buNone/>
              <a:defRPr sz="696">
                <a:solidFill>
                  <a:schemeClr val="tx1">
                    <a:tint val="82000"/>
                  </a:schemeClr>
                </a:solidFill>
              </a:defRPr>
            </a:lvl3pPr>
            <a:lvl4pPr marL="530261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4pPr>
            <a:lvl5pPr marL="707014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5pPr>
            <a:lvl6pPr marL="883768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6pPr>
            <a:lvl7pPr marL="1060521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7pPr>
            <a:lvl8pPr marL="1237275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8pPr>
            <a:lvl9pPr marL="1414028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6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725" y="705740"/>
            <a:ext cx="2681208" cy="1682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93792" y="705740"/>
            <a:ext cx="2681208" cy="1682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547" y="141148"/>
            <a:ext cx="5441275" cy="5124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547" y="649894"/>
            <a:ext cx="2668886" cy="318503"/>
          </a:xfrm>
        </p:spPr>
        <p:txBody>
          <a:bodyPr anchor="b"/>
          <a:lstStyle>
            <a:lvl1pPr marL="0" indent="0">
              <a:buNone/>
              <a:defRPr sz="928" b="1"/>
            </a:lvl1pPr>
            <a:lvl2pPr marL="176754" indent="0">
              <a:buNone/>
              <a:defRPr sz="773" b="1"/>
            </a:lvl2pPr>
            <a:lvl3pPr marL="353507" indent="0">
              <a:buNone/>
              <a:defRPr sz="696" b="1"/>
            </a:lvl3pPr>
            <a:lvl4pPr marL="530261" indent="0">
              <a:buNone/>
              <a:defRPr sz="619" b="1"/>
            </a:lvl4pPr>
            <a:lvl5pPr marL="707014" indent="0">
              <a:buNone/>
              <a:defRPr sz="619" b="1"/>
            </a:lvl5pPr>
            <a:lvl6pPr marL="883768" indent="0">
              <a:buNone/>
              <a:defRPr sz="619" b="1"/>
            </a:lvl6pPr>
            <a:lvl7pPr marL="1060521" indent="0">
              <a:buNone/>
              <a:defRPr sz="619" b="1"/>
            </a:lvl7pPr>
            <a:lvl8pPr marL="1237275" indent="0">
              <a:buNone/>
              <a:defRPr sz="619" b="1"/>
            </a:lvl8pPr>
            <a:lvl9pPr marL="1414028" indent="0">
              <a:buNone/>
              <a:defRPr sz="6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547" y="968397"/>
            <a:ext cx="2668886" cy="14243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93792" y="649894"/>
            <a:ext cx="2682030" cy="318503"/>
          </a:xfrm>
        </p:spPr>
        <p:txBody>
          <a:bodyPr anchor="b"/>
          <a:lstStyle>
            <a:lvl1pPr marL="0" indent="0">
              <a:buNone/>
              <a:defRPr sz="928" b="1"/>
            </a:lvl1pPr>
            <a:lvl2pPr marL="176754" indent="0">
              <a:buNone/>
              <a:defRPr sz="773" b="1"/>
            </a:lvl2pPr>
            <a:lvl3pPr marL="353507" indent="0">
              <a:buNone/>
              <a:defRPr sz="696" b="1"/>
            </a:lvl3pPr>
            <a:lvl4pPr marL="530261" indent="0">
              <a:buNone/>
              <a:defRPr sz="619" b="1"/>
            </a:lvl4pPr>
            <a:lvl5pPr marL="707014" indent="0">
              <a:buNone/>
              <a:defRPr sz="619" b="1"/>
            </a:lvl5pPr>
            <a:lvl6pPr marL="883768" indent="0">
              <a:buNone/>
              <a:defRPr sz="619" b="1"/>
            </a:lvl6pPr>
            <a:lvl7pPr marL="1060521" indent="0">
              <a:buNone/>
              <a:defRPr sz="619" b="1"/>
            </a:lvl7pPr>
            <a:lvl8pPr marL="1237275" indent="0">
              <a:buNone/>
              <a:defRPr sz="619" b="1"/>
            </a:lvl8pPr>
            <a:lvl9pPr marL="1414028" indent="0">
              <a:buNone/>
              <a:defRPr sz="6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93792" y="968397"/>
            <a:ext cx="2682030" cy="14243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7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9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547" y="176742"/>
            <a:ext cx="2034728" cy="618596"/>
          </a:xfrm>
        </p:spPr>
        <p:txBody>
          <a:bodyPr anchor="b"/>
          <a:lstStyle>
            <a:lvl1pPr>
              <a:defRPr sz="12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030" y="381713"/>
            <a:ext cx="3193792" cy="1884017"/>
          </a:xfrm>
        </p:spPr>
        <p:txBody>
          <a:bodyPr/>
          <a:lstStyle>
            <a:lvl1pPr>
              <a:defRPr sz="1237"/>
            </a:lvl1pPr>
            <a:lvl2pPr>
              <a:defRPr sz="1082"/>
            </a:lvl2pPr>
            <a:lvl3pPr>
              <a:defRPr sz="928"/>
            </a:lvl3pPr>
            <a:lvl4pPr>
              <a:defRPr sz="773"/>
            </a:lvl4pPr>
            <a:lvl5pPr>
              <a:defRPr sz="773"/>
            </a:lvl5pPr>
            <a:lvl6pPr>
              <a:defRPr sz="773"/>
            </a:lvl6pPr>
            <a:lvl7pPr>
              <a:defRPr sz="773"/>
            </a:lvl7pPr>
            <a:lvl8pPr>
              <a:defRPr sz="773"/>
            </a:lvl8pPr>
            <a:lvl9pPr>
              <a:defRPr sz="7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547" y="795338"/>
            <a:ext cx="2034728" cy="1473461"/>
          </a:xfrm>
        </p:spPr>
        <p:txBody>
          <a:bodyPr/>
          <a:lstStyle>
            <a:lvl1pPr marL="0" indent="0">
              <a:buNone/>
              <a:defRPr sz="619"/>
            </a:lvl1pPr>
            <a:lvl2pPr marL="176754" indent="0">
              <a:buNone/>
              <a:defRPr sz="541"/>
            </a:lvl2pPr>
            <a:lvl3pPr marL="353507" indent="0">
              <a:buNone/>
              <a:defRPr sz="464"/>
            </a:lvl3pPr>
            <a:lvl4pPr marL="530261" indent="0">
              <a:buNone/>
              <a:defRPr sz="387"/>
            </a:lvl4pPr>
            <a:lvl5pPr marL="707014" indent="0">
              <a:buNone/>
              <a:defRPr sz="387"/>
            </a:lvl5pPr>
            <a:lvl6pPr marL="883768" indent="0">
              <a:buNone/>
              <a:defRPr sz="387"/>
            </a:lvl6pPr>
            <a:lvl7pPr marL="1060521" indent="0">
              <a:buNone/>
              <a:defRPr sz="387"/>
            </a:lvl7pPr>
            <a:lvl8pPr marL="1237275" indent="0">
              <a:buNone/>
              <a:defRPr sz="387"/>
            </a:lvl8pPr>
            <a:lvl9pPr marL="1414028" indent="0">
              <a:buNone/>
              <a:defRPr sz="3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3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547" y="176742"/>
            <a:ext cx="2034728" cy="618596"/>
          </a:xfrm>
        </p:spPr>
        <p:txBody>
          <a:bodyPr anchor="b"/>
          <a:lstStyle>
            <a:lvl1pPr>
              <a:defRPr sz="12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82030" y="381713"/>
            <a:ext cx="3193792" cy="1884017"/>
          </a:xfrm>
        </p:spPr>
        <p:txBody>
          <a:bodyPr anchor="t"/>
          <a:lstStyle>
            <a:lvl1pPr marL="0" indent="0">
              <a:buNone/>
              <a:defRPr sz="1237"/>
            </a:lvl1pPr>
            <a:lvl2pPr marL="176754" indent="0">
              <a:buNone/>
              <a:defRPr sz="1082"/>
            </a:lvl2pPr>
            <a:lvl3pPr marL="353507" indent="0">
              <a:buNone/>
              <a:defRPr sz="928"/>
            </a:lvl3pPr>
            <a:lvl4pPr marL="530261" indent="0">
              <a:buNone/>
              <a:defRPr sz="773"/>
            </a:lvl4pPr>
            <a:lvl5pPr marL="707014" indent="0">
              <a:buNone/>
              <a:defRPr sz="773"/>
            </a:lvl5pPr>
            <a:lvl6pPr marL="883768" indent="0">
              <a:buNone/>
              <a:defRPr sz="773"/>
            </a:lvl6pPr>
            <a:lvl7pPr marL="1060521" indent="0">
              <a:buNone/>
              <a:defRPr sz="773"/>
            </a:lvl7pPr>
            <a:lvl8pPr marL="1237275" indent="0">
              <a:buNone/>
              <a:defRPr sz="773"/>
            </a:lvl8pPr>
            <a:lvl9pPr marL="1414028" indent="0">
              <a:buNone/>
              <a:defRPr sz="7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547" y="795338"/>
            <a:ext cx="2034728" cy="1473461"/>
          </a:xfrm>
        </p:spPr>
        <p:txBody>
          <a:bodyPr/>
          <a:lstStyle>
            <a:lvl1pPr marL="0" indent="0">
              <a:buNone/>
              <a:defRPr sz="619"/>
            </a:lvl1pPr>
            <a:lvl2pPr marL="176754" indent="0">
              <a:buNone/>
              <a:defRPr sz="541"/>
            </a:lvl2pPr>
            <a:lvl3pPr marL="353507" indent="0">
              <a:buNone/>
              <a:defRPr sz="464"/>
            </a:lvl3pPr>
            <a:lvl4pPr marL="530261" indent="0">
              <a:buNone/>
              <a:defRPr sz="387"/>
            </a:lvl4pPr>
            <a:lvl5pPr marL="707014" indent="0">
              <a:buNone/>
              <a:defRPr sz="387"/>
            </a:lvl5pPr>
            <a:lvl6pPr marL="883768" indent="0">
              <a:buNone/>
              <a:defRPr sz="387"/>
            </a:lvl6pPr>
            <a:lvl7pPr marL="1060521" indent="0">
              <a:buNone/>
              <a:defRPr sz="387"/>
            </a:lvl7pPr>
            <a:lvl8pPr marL="1237275" indent="0">
              <a:buNone/>
              <a:defRPr sz="387"/>
            </a:lvl8pPr>
            <a:lvl9pPr marL="1414028" indent="0">
              <a:buNone/>
              <a:defRPr sz="3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1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9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14681" y="141148"/>
            <a:ext cx="1360319" cy="22467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725" y="141148"/>
            <a:ext cx="4002097" cy="22467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3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3725" y="141148"/>
            <a:ext cx="5441275" cy="512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725" y="705740"/>
            <a:ext cx="5441275" cy="1682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3725" y="2457200"/>
            <a:ext cx="1419463" cy="141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9765" y="2457200"/>
            <a:ext cx="2129195" cy="141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55537" y="2457200"/>
            <a:ext cx="1419463" cy="141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3507" rtl="0" eaLnBrk="1" latinLnBrk="0" hangingPunct="1">
        <a:lnSpc>
          <a:spcPct val="90000"/>
        </a:lnSpc>
        <a:spcBef>
          <a:spcPct val="0"/>
        </a:spcBef>
        <a:buNone/>
        <a:defRPr sz="17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8377" indent="-88377" algn="l" defTabSz="353507" rtl="0" eaLnBrk="1" latinLnBrk="0" hangingPunct="1">
        <a:lnSpc>
          <a:spcPct val="90000"/>
        </a:lnSpc>
        <a:spcBef>
          <a:spcPts val="387"/>
        </a:spcBef>
        <a:buFont typeface="Arial" panose="020B0604020202020204" pitchFamily="34" charset="0"/>
        <a:buChar char="•"/>
        <a:defRPr sz="1082" kern="1200">
          <a:solidFill>
            <a:schemeClr val="tx1"/>
          </a:solidFill>
          <a:latin typeface="+mn-lt"/>
          <a:ea typeface="+mn-ea"/>
          <a:cs typeface="+mn-cs"/>
        </a:defRPr>
      </a:lvl1pPr>
      <a:lvl2pPr marL="265130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928" kern="1200">
          <a:solidFill>
            <a:schemeClr val="tx1"/>
          </a:solidFill>
          <a:latin typeface="+mn-lt"/>
          <a:ea typeface="+mn-ea"/>
          <a:cs typeface="+mn-cs"/>
        </a:defRPr>
      </a:lvl2pPr>
      <a:lvl3pPr marL="441884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773" kern="1200">
          <a:solidFill>
            <a:schemeClr val="tx1"/>
          </a:solidFill>
          <a:latin typeface="+mn-lt"/>
          <a:ea typeface="+mn-ea"/>
          <a:cs typeface="+mn-cs"/>
        </a:defRPr>
      </a:lvl3pPr>
      <a:lvl4pPr marL="618637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6" kern="1200">
          <a:solidFill>
            <a:schemeClr val="tx1"/>
          </a:solidFill>
          <a:latin typeface="+mn-lt"/>
          <a:ea typeface="+mn-ea"/>
          <a:cs typeface="+mn-cs"/>
        </a:defRPr>
      </a:lvl4pPr>
      <a:lvl5pPr marL="795391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6" kern="1200">
          <a:solidFill>
            <a:schemeClr val="tx1"/>
          </a:solidFill>
          <a:latin typeface="+mn-lt"/>
          <a:ea typeface="+mn-ea"/>
          <a:cs typeface="+mn-cs"/>
        </a:defRPr>
      </a:lvl5pPr>
      <a:lvl6pPr marL="972144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6" kern="1200">
          <a:solidFill>
            <a:schemeClr val="tx1"/>
          </a:solidFill>
          <a:latin typeface="+mn-lt"/>
          <a:ea typeface="+mn-ea"/>
          <a:cs typeface="+mn-cs"/>
        </a:defRPr>
      </a:lvl6pPr>
      <a:lvl7pPr marL="1148898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6" kern="1200">
          <a:solidFill>
            <a:schemeClr val="tx1"/>
          </a:solidFill>
          <a:latin typeface="+mn-lt"/>
          <a:ea typeface="+mn-ea"/>
          <a:cs typeface="+mn-cs"/>
        </a:defRPr>
      </a:lvl7pPr>
      <a:lvl8pPr marL="1325651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6" kern="1200">
          <a:solidFill>
            <a:schemeClr val="tx1"/>
          </a:solidFill>
          <a:latin typeface="+mn-lt"/>
          <a:ea typeface="+mn-ea"/>
          <a:cs typeface="+mn-cs"/>
        </a:defRPr>
      </a:lvl8pPr>
      <a:lvl9pPr marL="1502405" indent="-88377" algn="l" defTabSz="353507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1pPr>
      <a:lvl2pPr marL="176754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2pPr>
      <a:lvl3pPr marL="353507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3pPr>
      <a:lvl4pPr marL="530261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4pPr>
      <a:lvl5pPr marL="707014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5pPr>
      <a:lvl6pPr marL="883768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6pPr>
      <a:lvl7pPr marL="1060521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7pPr>
      <a:lvl8pPr marL="1237275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8pPr>
      <a:lvl9pPr marL="1414028" algn="l" defTabSz="353507" rtl="0" eaLnBrk="1" latinLnBrk="0" hangingPunct="1">
        <a:defRPr sz="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606E911-C95C-F7A4-50B5-091FBF373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6313109" cy="26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2025-12-11T22:01:00Z</dcterms:created>
  <dcterms:modified xsi:type="dcterms:W3CDTF">2025-12-12T01:54:01Z</dcterms:modified>
</cp:coreProperties>
</file>