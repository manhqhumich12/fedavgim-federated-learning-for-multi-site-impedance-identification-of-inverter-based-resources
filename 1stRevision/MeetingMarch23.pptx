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1" r:id="rId2"/>
    <p:sldId id="256" r:id="rId3"/>
    <p:sldId id="257" r:id="rId4"/>
    <p:sldId id="258" r:id="rId5"/>
    <p:sldId id="259" r:id="rId6"/>
    <p:sldId id="260"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83A11C-C7D6-4441-8099-19BCD1C1FCAA}" v="2" dt="2026-04-25T15:07:41.1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ang, Quang Manh" userId="1c61224f-ec88-4d4b-ad8c-d1c568721deb" providerId="ADAL" clId="{1A4E9071-D4A9-4D30-A7D1-538CF7032776}"/>
    <pc:docChg chg="undo custSel addSld delSld modSld sldOrd">
      <pc:chgData name="Hoang, Quang Manh" userId="1c61224f-ec88-4d4b-ad8c-d1c568721deb" providerId="ADAL" clId="{1A4E9071-D4A9-4D30-A7D1-538CF7032776}" dt="2026-04-25T15:07:41.182" v="3235" actId="20578"/>
      <pc:docMkLst>
        <pc:docMk/>
      </pc:docMkLst>
      <pc:sldChg chg="addSp delSp modSp mod">
        <pc:chgData name="Hoang, Quang Manh" userId="1c61224f-ec88-4d4b-ad8c-d1c568721deb" providerId="ADAL" clId="{1A4E9071-D4A9-4D30-A7D1-538CF7032776}" dt="2026-04-25T15:05:42.325" v="3233" actId="114"/>
        <pc:sldMkLst>
          <pc:docMk/>
          <pc:sldMk cId="559955231" sldId="256"/>
        </pc:sldMkLst>
        <pc:spChg chg="add mod">
          <ac:chgData name="Hoang, Quang Manh" userId="1c61224f-ec88-4d4b-ad8c-d1c568721deb" providerId="ADAL" clId="{1A4E9071-D4A9-4D30-A7D1-538CF7032776}" dt="2026-04-25T15:05:42.325" v="3233" actId="114"/>
          <ac:spMkLst>
            <pc:docMk/>
            <pc:sldMk cId="559955231" sldId="256"/>
            <ac:spMk id="8" creationId="{9141927E-B972-C441-60B0-0E896F20D1DF}"/>
          </ac:spMkLst>
        </pc:spChg>
      </pc:sldChg>
      <pc:sldChg chg="modSp">
        <pc:chgData name="Hoang, Quang Manh" userId="1c61224f-ec88-4d4b-ad8c-d1c568721deb" providerId="ADAL" clId="{1A4E9071-D4A9-4D30-A7D1-538CF7032776}" dt="2026-04-25T15:07:41.182" v="3235" actId="20578"/>
        <pc:sldMkLst>
          <pc:docMk/>
          <pc:sldMk cId="1209546539" sldId="257"/>
        </pc:sldMkLst>
        <pc:spChg chg="mod">
          <ac:chgData name="Hoang, Quang Manh" userId="1c61224f-ec88-4d4b-ad8c-d1c568721deb" providerId="ADAL" clId="{1A4E9071-D4A9-4D30-A7D1-538CF7032776}" dt="2026-04-25T15:07:41.182" v="3235" actId="20578"/>
          <ac:spMkLst>
            <pc:docMk/>
            <pc:sldMk cId="1209546539" sldId="257"/>
            <ac:spMk id="8" creationId="{4A3D5801-DD46-D0E6-C4D8-D547C260537D}"/>
          </ac:spMkLst>
        </pc:spChg>
      </pc:sldChg>
      <pc:sldChg chg="addSp delSp modSp add mod">
        <pc:chgData name="Hoang, Quang Manh" userId="1c61224f-ec88-4d4b-ad8c-d1c568721deb" providerId="ADAL" clId="{1A4E9071-D4A9-4D30-A7D1-538CF7032776}" dt="2026-04-02T17:07:35.113" v="2677" actId="14100"/>
        <pc:sldMkLst>
          <pc:docMk/>
          <pc:sldMk cId="2292852816" sldId="258"/>
        </pc:sldMkLst>
        <pc:cxnChg chg="add mod">
          <ac:chgData name="Hoang, Quang Manh" userId="1c61224f-ec88-4d4b-ad8c-d1c568721deb" providerId="ADAL" clId="{1A4E9071-D4A9-4D30-A7D1-538CF7032776}" dt="2026-04-02T17:07:35.113" v="2677" actId="14100"/>
          <ac:cxnSpMkLst>
            <pc:docMk/>
            <pc:sldMk cId="2292852816" sldId="258"/>
            <ac:cxnSpMk id="3" creationId="{8E61DB6B-6B63-9598-FC89-D93E81881FEA}"/>
          </ac:cxnSpMkLst>
        </pc:cxnChg>
      </pc:sldChg>
      <pc:sldChg chg="add ord">
        <pc:chgData name="Hoang, Quang Manh" userId="1c61224f-ec88-4d4b-ad8c-d1c568721deb" providerId="ADAL" clId="{1A4E9071-D4A9-4D30-A7D1-538CF7032776}" dt="2026-04-06T15:34:07.887" v="2679"/>
        <pc:sldMkLst>
          <pc:docMk/>
          <pc:sldMk cId="0" sldId="261"/>
        </pc:sldMkLst>
      </pc:sldChg>
      <pc:sldChg chg="addSp delSp modSp add mod">
        <pc:chgData name="Hoang, Quang Manh" userId="1c61224f-ec88-4d4b-ad8c-d1c568721deb" providerId="ADAL" clId="{1A4E9071-D4A9-4D30-A7D1-538CF7032776}" dt="2026-04-20T19:17:02.620" v="3202" actId="20577"/>
        <pc:sldMkLst>
          <pc:docMk/>
          <pc:sldMk cId="1082632314" sldId="262"/>
        </pc:sldMkLst>
        <pc:spChg chg="mod">
          <ac:chgData name="Hoang, Quang Manh" userId="1c61224f-ec88-4d4b-ad8c-d1c568721deb" providerId="ADAL" clId="{1A4E9071-D4A9-4D30-A7D1-538CF7032776}" dt="2026-04-06T15:35:05.842" v="2699" actId="20577"/>
          <ac:spMkLst>
            <pc:docMk/>
            <pc:sldMk cId="1082632314" sldId="262"/>
            <ac:spMk id="2" creationId="{167EAF8E-4EF5-3798-C0DF-4B6A388FFA54}"/>
          </ac:spMkLst>
        </pc:spChg>
        <pc:spChg chg="add mod">
          <ac:chgData name="Hoang, Quang Manh" userId="1c61224f-ec88-4d4b-ad8c-d1c568721deb" providerId="ADAL" clId="{1A4E9071-D4A9-4D30-A7D1-538CF7032776}" dt="2026-04-06T15:35:32.802" v="2704"/>
          <ac:spMkLst>
            <pc:docMk/>
            <pc:sldMk cId="1082632314" sldId="262"/>
            <ac:spMk id="4" creationId="{9AA6BFB9-DE76-5081-451A-5F46AA697BD9}"/>
          </ac:spMkLst>
        </pc:spChg>
        <pc:spChg chg="add mod">
          <ac:chgData name="Hoang, Quang Manh" userId="1c61224f-ec88-4d4b-ad8c-d1c568721deb" providerId="ADAL" clId="{1A4E9071-D4A9-4D30-A7D1-538CF7032776}" dt="2026-04-06T15:35:32.802" v="2704"/>
          <ac:spMkLst>
            <pc:docMk/>
            <pc:sldMk cId="1082632314" sldId="262"/>
            <ac:spMk id="5" creationId="{0D49971E-C6EC-6323-F005-4A8514A7B9FD}"/>
          </ac:spMkLst>
        </pc:spChg>
        <pc:spChg chg="add mod">
          <ac:chgData name="Hoang, Quang Manh" userId="1c61224f-ec88-4d4b-ad8c-d1c568721deb" providerId="ADAL" clId="{1A4E9071-D4A9-4D30-A7D1-538CF7032776}" dt="2026-04-20T19:17:02.620" v="3202" actId="20577"/>
          <ac:spMkLst>
            <pc:docMk/>
            <pc:sldMk cId="1082632314" sldId="262"/>
            <ac:spMk id="12" creationId="{3D0A2564-1456-4C15-D8D6-084FFDA4171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CA4E05-84E4-44CC-A58A-DC1600E85BA2}" type="datetimeFigureOut">
              <a:rPr lang="en-US" smtClean="0"/>
              <a:t>4/25/2026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26E36C-93E8-478D-A118-F63F0EA44F2B}" type="slidenum">
              <a:rPr lang="en-US" smtClean="0"/>
              <a:t>‹#›</a:t>
            </a:fld>
            <a:endParaRPr lang="en-US"/>
          </a:p>
        </p:txBody>
      </p:sp>
    </p:spTree>
    <p:extLst>
      <p:ext uri="{BB962C8B-B14F-4D97-AF65-F5344CB8AC3E}">
        <p14:creationId xmlns:p14="http://schemas.microsoft.com/office/powerpoint/2010/main" val="3744893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a:solidFill>
                  <a:schemeClr val="dk1"/>
                </a:solidFill>
              </a:rPr>
              <a:t>Title Slide Option #4</a:t>
            </a:r>
            <a:endParaRPr/>
          </a:p>
        </p:txBody>
      </p:sp>
      <p:sp>
        <p:nvSpPr>
          <p:cNvPr id="128" name="Google Shape;12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CDFBE-5CA8-DD42-15B1-3A3B38096E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EE626C-54AB-A890-8E26-E4CAA132DC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D65F63-B7AA-10A5-99EE-70F4572093F3}"/>
              </a:ext>
            </a:extLst>
          </p:cNvPr>
          <p:cNvSpPr>
            <a:spLocks noGrp="1"/>
          </p:cNvSpPr>
          <p:nvPr>
            <p:ph type="dt" sz="half" idx="10"/>
          </p:nvPr>
        </p:nvSpPr>
        <p:spPr/>
        <p:txBody>
          <a:bodyPr/>
          <a:lstStyle/>
          <a:p>
            <a:fld id="{49F91373-5AE8-47FE-8859-972A7BBD39C1}" type="datetimeFigureOut">
              <a:rPr lang="en-US" smtClean="0"/>
              <a:t>4/25/2026</a:t>
            </a:fld>
            <a:endParaRPr lang="en-US"/>
          </a:p>
        </p:txBody>
      </p:sp>
      <p:sp>
        <p:nvSpPr>
          <p:cNvPr id="5" name="Footer Placeholder 4">
            <a:extLst>
              <a:ext uri="{FF2B5EF4-FFF2-40B4-BE49-F238E27FC236}">
                <a16:creationId xmlns:a16="http://schemas.microsoft.com/office/drawing/2014/main" id="{3451179C-2390-5203-B894-8C1005361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94B14F-814E-CD25-19FF-55B4AC56384F}"/>
              </a:ext>
            </a:extLst>
          </p:cNvPr>
          <p:cNvSpPr>
            <a:spLocks noGrp="1"/>
          </p:cNvSpPr>
          <p:nvPr>
            <p:ph type="sldNum" sz="quarter" idx="12"/>
          </p:nvPr>
        </p:nvSpPr>
        <p:spPr/>
        <p:txBody>
          <a:bodyPr/>
          <a:lstStyle/>
          <a:p>
            <a:fld id="{C8E47843-D9DE-4348-95D6-5CE0E30EBDCF}" type="slidenum">
              <a:rPr lang="en-US" smtClean="0"/>
              <a:t>‹#›</a:t>
            </a:fld>
            <a:endParaRPr lang="en-US"/>
          </a:p>
        </p:txBody>
      </p:sp>
    </p:spTree>
    <p:extLst>
      <p:ext uri="{BB962C8B-B14F-4D97-AF65-F5344CB8AC3E}">
        <p14:creationId xmlns:p14="http://schemas.microsoft.com/office/powerpoint/2010/main" val="3223861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CE5E3-F57F-60FD-6F19-6C94DAE05A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5B57D3-20AE-661F-BEB2-59EC3FEA6B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BA2B3A-35DD-3F0E-07E6-D3174570DAF0}"/>
              </a:ext>
            </a:extLst>
          </p:cNvPr>
          <p:cNvSpPr>
            <a:spLocks noGrp="1"/>
          </p:cNvSpPr>
          <p:nvPr>
            <p:ph type="dt" sz="half" idx="10"/>
          </p:nvPr>
        </p:nvSpPr>
        <p:spPr/>
        <p:txBody>
          <a:bodyPr/>
          <a:lstStyle/>
          <a:p>
            <a:fld id="{49F91373-5AE8-47FE-8859-972A7BBD39C1}" type="datetimeFigureOut">
              <a:rPr lang="en-US" smtClean="0"/>
              <a:t>4/25/2026</a:t>
            </a:fld>
            <a:endParaRPr lang="en-US"/>
          </a:p>
        </p:txBody>
      </p:sp>
      <p:sp>
        <p:nvSpPr>
          <p:cNvPr id="5" name="Footer Placeholder 4">
            <a:extLst>
              <a:ext uri="{FF2B5EF4-FFF2-40B4-BE49-F238E27FC236}">
                <a16:creationId xmlns:a16="http://schemas.microsoft.com/office/drawing/2014/main" id="{68186257-35D8-73D3-DC56-A89330419F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CC07BA-52A0-B64A-85D3-B55766CE0AC1}"/>
              </a:ext>
            </a:extLst>
          </p:cNvPr>
          <p:cNvSpPr>
            <a:spLocks noGrp="1"/>
          </p:cNvSpPr>
          <p:nvPr>
            <p:ph type="sldNum" sz="quarter" idx="12"/>
          </p:nvPr>
        </p:nvSpPr>
        <p:spPr/>
        <p:txBody>
          <a:bodyPr/>
          <a:lstStyle/>
          <a:p>
            <a:fld id="{C8E47843-D9DE-4348-95D6-5CE0E30EBDCF}" type="slidenum">
              <a:rPr lang="en-US" smtClean="0"/>
              <a:t>‹#›</a:t>
            </a:fld>
            <a:endParaRPr lang="en-US"/>
          </a:p>
        </p:txBody>
      </p:sp>
    </p:spTree>
    <p:extLst>
      <p:ext uri="{BB962C8B-B14F-4D97-AF65-F5344CB8AC3E}">
        <p14:creationId xmlns:p14="http://schemas.microsoft.com/office/powerpoint/2010/main" val="1741339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E1BC6-4CE2-C0F7-F057-B9CFF35D51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9FC1E4-8850-700D-2E97-F449D5ED19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D85DB9-675A-8604-83A4-C6B5F59C9EBD}"/>
              </a:ext>
            </a:extLst>
          </p:cNvPr>
          <p:cNvSpPr>
            <a:spLocks noGrp="1"/>
          </p:cNvSpPr>
          <p:nvPr>
            <p:ph type="dt" sz="half" idx="10"/>
          </p:nvPr>
        </p:nvSpPr>
        <p:spPr/>
        <p:txBody>
          <a:bodyPr/>
          <a:lstStyle/>
          <a:p>
            <a:fld id="{49F91373-5AE8-47FE-8859-972A7BBD39C1}" type="datetimeFigureOut">
              <a:rPr lang="en-US" smtClean="0"/>
              <a:t>4/25/2026</a:t>
            </a:fld>
            <a:endParaRPr lang="en-US"/>
          </a:p>
        </p:txBody>
      </p:sp>
      <p:sp>
        <p:nvSpPr>
          <p:cNvPr id="5" name="Footer Placeholder 4">
            <a:extLst>
              <a:ext uri="{FF2B5EF4-FFF2-40B4-BE49-F238E27FC236}">
                <a16:creationId xmlns:a16="http://schemas.microsoft.com/office/drawing/2014/main" id="{5A82A781-8ED9-8767-001B-BD26A31D87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98A4DA-C0D1-1CA9-75A3-420B89DD0ED5}"/>
              </a:ext>
            </a:extLst>
          </p:cNvPr>
          <p:cNvSpPr>
            <a:spLocks noGrp="1"/>
          </p:cNvSpPr>
          <p:nvPr>
            <p:ph type="sldNum" sz="quarter" idx="12"/>
          </p:nvPr>
        </p:nvSpPr>
        <p:spPr/>
        <p:txBody>
          <a:bodyPr/>
          <a:lstStyle/>
          <a:p>
            <a:fld id="{C8E47843-D9DE-4348-95D6-5CE0E30EBDCF}" type="slidenum">
              <a:rPr lang="en-US" smtClean="0"/>
              <a:t>‹#›</a:t>
            </a:fld>
            <a:endParaRPr lang="en-US"/>
          </a:p>
        </p:txBody>
      </p:sp>
    </p:spTree>
    <p:extLst>
      <p:ext uri="{BB962C8B-B14F-4D97-AF65-F5344CB8AC3E}">
        <p14:creationId xmlns:p14="http://schemas.microsoft.com/office/powerpoint/2010/main" val="4116674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62548-8894-2DC8-25C9-7572491532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1146D-83DA-66E2-7778-9A67B2B3A3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D46697-CB61-2EED-040A-7451FD9368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A8C652-45E4-3328-CDCB-82125477951E}"/>
              </a:ext>
            </a:extLst>
          </p:cNvPr>
          <p:cNvSpPr>
            <a:spLocks noGrp="1"/>
          </p:cNvSpPr>
          <p:nvPr>
            <p:ph type="dt" sz="half" idx="10"/>
          </p:nvPr>
        </p:nvSpPr>
        <p:spPr/>
        <p:txBody>
          <a:bodyPr/>
          <a:lstStyle/>
          <a:p>
            <a:fld id="{49F91373-5AE8-47FE-8859-972A7BBD39C1}" type="datetimeFigureOut">
              <a:rPr lang="en-US" smtClean="0"/>
              <a:t>4/25/2026</a:t>
            </a:fld>
            <a:endParaRPr lang="en-US"/>
          </a:p>
        </p:txBody>
      </p:sp>
      <p:sp>
        <p:nvSpPr>
          <p:cNvPr id="6" name="Footer Placeholder 5">
            <a:extLst>
              <a:ext uri="{FF2B5EF4-FFF2-40B4-BE49-F238E27FC236}">
                <a16:creationId xmlns:a16="http://schemas.microsoft.com/office/drawing/2014/main" id="{9C304698-66E9-FEAB-D3EB-EFEEA9532F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D9712E-820A-6570-0ED7-36D77666071D}"/>
              </a:ext>
            </a:extLst>
          </p:cNvPr>
          <p:cNvSpPr>
            <a:spLocks noGrp="1"/>
          </p:cNvSpPr>
          <p:nvPr>
            <p:ph type="sldNum" sz="quarter" idx="12"/>
          </p:nvPr>
        </p:nvSpPr>
        <p:spPr/>
        <p:txBody>
          <a:bodyPr/>
          <a:lstStyle/>
          <a:p>
            <a:fld id="{C8E47843-D9DE-4348-95D6-5CE0E30EBDCF}" type="slidenum">
              <a:rPr lang="en-US" smtClean="0"/>
              <a:t>‹#›</a:t>
            </a:fld>
            <a:endParaRPr lang="en-US"/>
          </a:p>
        </p:txBody>
      </p:sp>
    </p:spTree>
    <p:extLst>
      <p:ext uri="{BB962C8B-B14F-4D97-AF65-F5344CB8AC3E}">
        <p14:creationId xmlns:p14="http://schemas.microsoft.com/office/powerpoint/2010/main" val="1883541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5170E-28F9-7DD2-9F57-AFDE55DC10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8A1C37-CD40-515A-F04F-B098306BB9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EF5423-F31E-D427-F887-68BDC91E66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031F7F-7A86-3F33-19E4-7941F7A8CD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417D2A-9653-530F-B699-4913A4B516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6510B9-A21C-4000-7235-216228E6C409}"/>
              </a:ext>
            </a:extLst>
          </p:cNvPr>
          <p:cNvSpPr>
            <a:spLocks noGrp="1"/>
          </p:cNvSpPr>
          <p:nvPr>
            <p:ph type="dt" sz="half" idx="10"/>
          </p:nvPr>
        </p:nvSpPr>
        <p:spPr/>
        <p:txBody>
          <a:bodyPr/>
          <a:lstStyle/>
          <a:p>
            <a:fld id="{49F91373-5AE8-47FE-8859-972A7BBD39C1}" type="datetimeFigureOut">
              <a:rPr lang="en-US" smtClean="0"/>
              <a:t>4/25/2026</a:t>
            </a:fld>
            <a:endParaRPr lang="en-US"/>
          </a:p>
        </p:txBody>
      </p:sp>
      <p:sp>
        <p:nvSpPr>
          <p:cNvPr id="8" name="Footer Placeholder 7">
            <a:extLst>
              <a:ext uri="{FF2B5EF4-FFF2-40B4-BE49-F238E27FC236}">
                <a16:creationId xmlns:a16="http://schemas.microsoft.com/office/drawing/2014/main" id="{30FFF450-49BA-6EEF-C079-27B0F009B9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E11FBC-FAD9-DBCE-C87E-41D809395D62}"/>
              </a:ext>
            </a:extLst>
          </p:cNvPr>
          <p:cNvSpPr>
            <a:spLocks noGrp="1"/>
          </p:cNvSpPr>
          <p:nvPr>
            <p:ph type="sldNum" sz="quarter" idx="12"/>
          </p:nvPr>
        </p:nvSpPr>
        <p:spPr/>
        <p:txBody>
          <a:bodyPr/>
          <a:lstStyle/>
          <a:p>
            <a:fld id="{C8E47843-D9DE-4348-95D6-5CE0E30EBDCF}" type="slidenum">
              <a:rPr lang="en-US" smtClean="0"/>
              <a:t>‹#›</a:t>
            </a:fld>
            <a:endParaRPr lang="en-US"/>
          </a:p>
        </p:txBody>
      </p:sp>
    </p:spTree>
    <p:extLst>
      <p:ext uri="{BB962C8B-B14F-4D97-AF65-F5344CB8AC3E}">
        <p14:creationId xmlns:p14="http://schemas.microsoft.com/office/powerpoint/2010/main" val="1925132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59D1E-6546-2EAF-54AC-A8EBEE1885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606BF3-0327-6DFD-74FE-EB7422618460}"/>
              </a:ext>
            </a:extLst>
          </p:cNvPr>
          <p:cNvSpPr>
            <a:spLocks noGrp="1"/>
          </p:cNvSpPr>
          <p:nvPr>
            <p:ph type="dt" sz="half" idx="10"/>
          </p:nvPr>
        </p:nvSpPr>
        <p:spPr/>
        <p:txBody>
          <a:bodyPr/>
          <a:lstStyle/>
          <a:p>
            <a:fld id="{49F91373-5AE8-47FE-8859-972A7BBD39C1}" type="datetimeFigureOut">
              <a:rPr lang="en-US" smtClean="0"/>
              <a:t>4/25/2026</a:t>
            </a:fld>
            <a:endParaRPr lang="en-US"/>
          </a:p>
        </p:txBody>
      </p:sp>
      <p:sp>
        <p:nvSpPr>
          <p:cNvPr id="4" name="Footer Placeholder 3">
            <a:extLst>
              <a:ext uri="{FF2B5EF4-FFF2-40B4-BE49-F238E27FC236}">
                <a16:creationId xmlns:a16="http://schemas.microsoft.com/office/drawing/2014/main" id="{69C19226-5C1F-6955-0546-06EC7C6F2D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876D25-AC3F-8595-8957-B3323FFE4FBC}"/>
              </a:ext>
            </a:extLst>
          </p:cNvPr>
          <p:cNvSpPr>
            <a:spLocks noGrp="1"/>
          </p:cNvSpPr>
          <p:nvPr>
            <p:ph type="sldNum" sz="quarter" idx="12"/>
          </p:nvPr>
        </p:nvSpPr>
        <p:spPr/>
        <p:txBody>
          <a:bodyPr/>
          <a:lstStyle/>
          <a:p>
            <a:fld id="{C8E47843-D9DE-4348-95D6-5CE0E30EBDCF}" type="slidenum">
              <a:rPr lang="en-US" smtClean="0"/>
              <a:t>‹#›</a:t>
            </a:fld>
            <a:endParaRPr lang="en-US"/>
          </a:p>
        </p:txBody>
      </p:sp>
    </p:spTree>
    <p:extLst>
      <p:ext uri="{BB962C8B-B14F-4D97-AF65-F5344CB8AC3E}">
        <p14:creationId xmlns:p14="http://schemas.microsoft.com/office/powerpoint/2010/main" val="1956637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64385F-51A7-2BAA-BF29-DBE164FF156C}"/>
              </a:ext>
            </a:extLst>
          </p:cNvPr>
          <p:cNvSpPr>
            <a:spLocks noGrp="1"/>
          </p:cNvSpPr>
          <p:nvPr>
            <p:ph type="dt" sz="half" idx="10"/>
          </p:nvPr>
        </p:nvSpPr>
        <p:spPr/>
        <p:txBody>
          <a:bodyPr/>
          <a:lstStyle/>
          <a:p>
            <a:fld id="{49F91373-5AE8-47FE-8859-972A7BBD39C1}" type="datetimeFigureOut">
              <a:rPr lang="en-US" smtClean="0"/>
              <a:t>4/25/2026</a:t>
            </a:fld>
            <a:endParaRPr lang="en-US"/>
          </a:p>
        </p:txBody>
      </p:sp>
      <p:sp>
        <p:nvSpPr>
          <p:cNvPr id="3" name="Footer Placeholder 2">
            <a:extLst>
              <a:ext uri="{FF2B5EF4-FFF2-40B4-BE49-F238E27FC236}">
                <a16:creationId xmlns:a16="http://schemas.microsoft.com/office/drawing/2014/main" id="{75E506F0-D816-78D3-F770-F4307B55B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347B3F-B192-4BEF-2BE9-5F0EC221EE3A}"/>
              </a:ext>
            </a:extLst>
          </p:cNvPr>
          <p:cNvSpPr>
            <a:spLocks noGrp="1"/>
          </p:cNvSpPr>
          <p:nvPr>
            <p:ph type="sldNum" sz="quarter" idx="12"/>
          </p:nvPr>
        </p:nvSpPr>
        <p:spPr/>
        <p:txBody>
          <a:bodyPr/>
          <a:lstStyle/>
          <a:p>
            <a:fld id="{C8E47843-D9DE-4348-95D6-5CE0E30EBDCF}" type="slidenum">
              <a:rPr lang="en-US" smtClean="0"/>
              <a:t>‹#›</a:t>
            </a:fld>
            <a:endParaRPr lang="en-US"/>
          </a:p>
        </p:txBody>
      </p:sp>
    </p:spTree>
    <p:extLst>
      <p:ext uri="{BB962C8B-B14F-4D97-AF65-F5344CB8AC3E}">
        <p14:creationId xmlns:p14="http://schemas.microsoft.com/office/powerpoint/2010/main" val="1924221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FF093-C9A4-9C6C-A70F-806C649F28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A1E5C9-FDB6-8AC4-DF8C-92F6E8A242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933DEF-A31C-072E-324D-AC2CAA8E07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4E20CB-9B5C-63A0-A2CF-F8C07A346CC0}"/>
              </a:ext>
            </a:extLst>
          </p:cNvPr>
          <p:cNvSpPr>
            <a:spLocks noGrp="1"/>
          </p:cNvSpPr>
          <p:nvPr>
            <p:ph type="dt" sz="half" idx="10"/>
          </p:nvPr>
        </p:nvSpPr>
        <p:spPr/>
        <p:txBody>
          <a:bodyPr/>
          <a:lstStyle/>
          <a:p>
            <a:fld id="{49F91373-5AE8-47FE-8859-972A7BBD39C1}" type="datetimeFigureOut">
              <a:rPr lang="en-US" smtClean="0"/>
              <a:t>4/25/2026</a:t>
            </a:fld>
            <a:endParaRPr lang="en-US"/>
          </a:p>
        </p:txBody>
      </p:sp>
      <p:sp>
        <p:nvSpPr>
          <p:cNvPr id="6" name="Footer Placeholder 5">
            <a:extLst>
              <a:ext uri="{FF2B5EF4-FFF2-40B4-BE49-F238E27FC236}">
                <a16:creationId xmlns:a16="http://schemas.microsoft.com/office/drawing/2014/main" id="{4FE2392B-740D-01FB-50C9-9CD932D985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0E5B76-3EBA-C8C7-5DCE-F44407F1BBFC}"/>
              </a:ext>
            </a:extLst>
          </p:cNvPr>
          <p:cNvSpPr>
            <a:spLocks noGrp="1"/>
          </p:cNvSpPr>
          <p:nvPr>
            <p:ph type="sldNum" sz="quarter" idx="12"/>
          </p:nvPr>
        </p:nvSpPr>
        <p:spPr/>
        <p:txBody>
          <a:bodyPr/>
          <a:lstStyle/>
          <a:p>
            <a:fld id="{C8E47843-D9DE-4348-95D6-5CE0E30EBDCF}" type="slidenum">
              <a:rPr lang="en-US" smtClean="0"/>
              <a:t>‹#›</a:t>
            </a:fld>
            <a:endParaRPr lang="en-US"/>
          </a:p>
        </p:txBody>
      </p:sp>
    </p:spTree>
    <p:extLst>
      <p:ext uri="{BB962C8B-B14F-4D97-AF65-F5344CB8AC3E}">
        <p14:creationId xmlns:p14="http://schemas.microsoft.com/office/powerpoint/2010/main" val="3337144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2E834-D078-6BF3-8983-3865252008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253FFF-9E80-8C32-11EC-DFE9DB7A2A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B6ED37-F864-95C1-9ADD-BD9A816142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44766F-8944-3594-83AA-11702AF252F1}"/>
              </a:ext>
            </a:extLst>
          </p:cNvPr>
          <p:cNvSpPr>
            <a:spLocks noGrp="1"/>
          </p:cNvSpPr>
          <p:nvPr>
            <p:ph type="dt" sz="half" idx="10"/>
          </p:nvPr>
        </p:nvSpPr>
        <p:spPr/>
        <p:txBody>
          <a:bodyPr/>
          <a:lstStyle/>
          <a:p>
            <a:fld id="{49F91373-5AE8-47FE-8859-972A7BBD39C1}" type="datetimeFigureOut">
              <a:rPr lang="en-US" smtClean="0"/>
              <a:t>4/25/2026</a:t>
            </a:fld>
            <a:endParaRPr lang="en-US"/>
          </a:p>
        </p:txBody>
      </p:sp>
      <p:sp>
        <p:nvSpPr>
          <p:cNvPr id="6" name="Footer Placeholder 5">
            <a:extLst>
              <a:ext uri="{FF2B5EF4-FFF2-40B4-BE49-F238E27FC236}">
                <a16:creationId xmlns:a16="http://schemas.microsoft.com/office/drawing/2014/main" id="{71366536-08E9-2598-248E-FE62A3FC05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9C6E3F-E8BA-9D07-5154-98FD3B2D0841}"/>
              </a:ext>
            </a:extLst>
          </p:cNvPr>
          <p:cNvSpPr>
            <a:spLocks noGrp="1"/>
          </p:cNvSpPr>
          <p:nvPr>
            <p:ph type="sldNum" sz="quarter" idx="12"/>
          </p:nvPr>
        </p:nvSpPr>
        <p:spPr/>
        <p:txBody>
          <a:bodyPr/>
          <a:lstStyle/>
          <a:p>
            <a:fld id="{C8E47843-D9DE-4348-95D6-5CE0E30EBDCF}" type="slidenum">
              <a:rPr lang="en-US" smtClean="0"/>
              <a:t>‹#›</a:t>
            </a:fld>
            <a:endParaRPr lang="en-US"/>
          </a:p>
        </p:txBody>
      </p:sp>
    </p:spTree>
    <p:extLst>
      <p:ext uri="{BB962C8B-B14F-4D97-AF65-F5344CB8AC3E}">
        <p14:creationId xmlns:p14="http://schemas.microsoft.com/office/powerpoint/2010/main" val="4134087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81598-C7DE-CE74-2DB6-8A645888EE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021432-A3B2-A10C-C0AD-9EDED94CB8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FA4558-23DE-8517-88F0-F9D08E958E65}"/>
              </a:ext>
            </a:extLst>
          </p:cNvPr>
          <p:cNvSpPr>
            <a:spLocks noGrp="1"/>
          </p:cNvSpPr>
          <p:nvPr>
            <p:ph type="dt" sz="half" idx="10"/>
          </p:nvPr>
        </p:nvSpPr>
        <p:spPr/>
        <p:txBody>
          <a:bodyPr/>
          <a:lstStyle/>
          <a:p>
            <a:fld id="{49F91373-5AE8-47FE-8859-972A7BBD39C1}" type="datetimeFigureOut">
              <a:rPr lang="en-US" smtClean="0"/>
              <a:t>4/25/2026</a:t>
            </a:fld>
            <a:endParaRPr lang="en-US"/>
          </a:p>
        </p:txBody>
      </p:sp>
      <p:sp>
        <p:nvSpPr>
          <p:cNvPr id="5" name="Footer Placeholder 4">
            <a:extLst>
              <a:ext uri="{FF2B5EF4-FFF2-40B4-BE49-F238E27FC236}">
                <a16:creationId xmlns:a16="http://schemas.microsoft.com/office/drawing/2014/main" id="{1162D3FA-B8D5-566F-8754-9023E27FC3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FDEFE1-5C94-57C7-D6AE-9317E3C8FBC1}"/>
              </a:ext>
            </a:extLst>
          </p:cNvPr>
          <p:cNvSpPr>
            <a:spLocks noGrp="1"/>
          </p:cNvSpPr>
          <p:nvPr>
            <p:ph type="sldNum" sz="quarter" idx="12"/>
          </p:nvPr>
        </p:nvSpPr>
        <p:spPr/>
        <p:txBody>
          <a:bodyPr/>
          <a:lstStyle/>
          <a:p>
            <a:fld id="{C8E47843-D9DE-4348-95D6-5CE0E30EBDCF}" type="slidenum">
              <a:rPr lang="en-US" smtClean="0"/>
              <a:t>‹#›</a:t>
            </a:fld>
            <a:endParaRPr lang="en-US"/>
          </a:p>
        </p:txBody>
      </p:sp>
    </p:spTree>
    <p:extLst>
      <p:ext uri="{BB962C8B-B14F-4D97-AF65-F5344CB8AC3E}">
        <p14:creationId xmlns:p14="http://schemas.microsoft.com/office/powerpoint/2010/main" val="104428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28D1D1-5061-5123-4718-FFFC4085AA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EEFFC0-F097-81A4-CA30-DD6D244670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AA41C1-9FD6-B386-E94B-846D4DA1FD2E}"/>
              </a:ext>
            </a:extLst>
          </p:cNvPr>
          <p:cNvSpPr>
            <a:spLocks noGrp="1"/>
          </p:cNvSpPr>
          <p:nvPr>
            <p:ph type="dt" sz="half" idx="10"/>
          </p:nvPr>
        </p:nvSpPr>
        <p:spPr/>
        <p:txBody>
          <a:bodyPr/>
          <a:lstStyle/>
          <a:p>
            <a:fld id="{49F91373-5AE8-47FE-8859-972A7BBD39C1}" type="datetimeFigureOut">
              <a:rPr lang="en-US" smtClean="0"/>
              <a:t>4/25/2026</a:t>
            </a:fld>
            <a:endParaRPr lang="en-US"/>
          </a:p>
        </p:txBody>
      </p:sp>
      <p:sp>
        <p:nvSpPr>
          <p:cNvPr id="5" name="Footer Placeholder 4">
            <a:extLst>
              <a:ext uri="{FF2B5EF4-FFF2-40B4-BE49-F238E27FC236}">
                <a16:creationId xmlns:a16="http://schemas.microsoft.com/office/drawing/2014/main" id="{4378ECAB-785F-9041-123B-BA75C41253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4D12D8-3542-B837-C150-505DB7FECC44}"/>
              </a:ext>
            </a:extLst>
          </p:cNvPr>
          <p:cNvSpPr>
            <a:spLocks noGrp="1"/>
          </p:cNvSpPr>
          <p:nvPr>
            <p:ph type="sldNum" sz="quarter" idx="12"/>
          </p:nvPr>
        </p:nvSpPr>
        <p:spPr/>
        <p:txBody>
          <a:bodyPr/>
          <a:lstStyle/>
          <a:p>
            <a:fld id="{C8E47843-D9DE-4348-95D6-5CE0E30EBDCF}" type="slidenum">
              <a:rPr lang="en-US" smtClean="0"/>
              <a:t>‹#›</a:t>
            </a:fld>
            <a:endParaRPr lang="en-US"/>
          </a:p>
        </p:txBody>
      </p:sp>
    </p:spTree>
    <p:extLst>
      <p:ext uri="{BB962C8B-B14F-4D97-AF65-F5344CB8AC3E}">
        <p14:creationId xmlns:p14="http://schemas.microsoft.com/office/powerpoint/2010/main" val="20079875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 4">
  <p:cSld name="Title Slide - 4">
    <p:spTree>
      <p:nvGrpSpPr>
        <p:cNvPr id="1" name="Shape 11"/>
        <p:cNvGrpSpPr/>
        <p:nvPr/>
      </p:nvGrpSpPr>
      <p:grpSpPr>
        <a:xfrm>
          <a:off x="0" y="0"/>
          <a:ext cx="0" cy="0"/>
          <a:chOff x="0" y="0"/>
          <a:chExt cx="0" cy="0"/>
        </a:xfrm>
      </p:grpSpPr>
      <p:pic>
        <p:nvPicPr>
          <p:cNvPr id="12" name="Google Shape;12;p13" descr="A person sitting on the floor with two children&#10;&#10;Description automatically generated"/>
          <p:cNvPicPr preferRelativeResize="0"/>
          <p:nvPr/>
        </p:nvPicPr>
        <p:blipFill rotWithShape="1">
          <a:blip r:embed="rId2">
            <a:alphaModFix/>
          </a:blip>
          <a:srcRect/>
          <a:stretch/>
        </p:blipFill>
        <p:spPr>
          <a:xfrm>
            <a:off x="5872898" y="1"/>
            <a:ext cx="3353787" cy="2236799"/>
          </a:xfrm>
          <a:prstGeom prst="rect">
            <a:avLst/>
          </a:prstGeom>
          <a:noFill/>
          <a:ln>
            <a:noFill/>
          </a:ln>
        </p:spPr>
      </p:pic>
      <p:pic>
        <p:nvPicPr>
          <p:cNvPr id="13" name="Google Shape;13;p13" descr="A large building with many stairs&#10;&#10;Description automatically generated"/>
          <p:cNvPicPr preferRelativeResize="0"/>
          <p:nvPr/>
        </p:nvPicPr>
        <p:blipFill rotWithShape="1">
          <a:blip r:embed="rId3">
            <a:alphaModFix/>
          </a:blip>
          <a:srcRect/>
          <a:stretch/>
        </p:blipFill>
        <p:spPr>
          <a:xfrm>
            <a:off x="8889477" y="-1683"/>
            <a:ext cx="3302520" cy="2094331"/>
          </a:xfrm>
          <a:prstGeom prst="rect">
            <a:avLst/>
          </a:prstGeom>
          <a:noFill/>
          <a:ln>
            <a:noFill/>
          </a:ln>
        </p:spPr>
      </p:pic>
      <p:pic>
        <p:nvPicPr>
          <p:cNvPr id="14" name="Google Shape;14;p13" descr="A person and person sitting at a table&#10;&#10;Description automatically generated"/>
          <p:cNvPicPr preferRelativeResize="0"/>
          <p:nvPr/>
        </p:nvPicPr>
        <p:blipFill rotWithShape="1">
          <a:blip r:embed="rId4">
            <a:alphaModFix/>
          </a:blip>
          <a:srcRect/>
          <a:stretch/>
        </p:blipFill>
        <p:spPr>
          <a:xfrm>
            <a:off x="3645027" y="1"/>
            <a:ext cx="2379045" cy="2092937"/>
          </a:xfrm>
          <a:prstGeom prst="rect">
            <a:avLst/>
          </a:prstGeom>
          <a:noFill/>
          <a:ln>
            <a:noFill/>
          </a:ln>
        </p:spPr>
      </p:pic>
      <p:pic>
        <p:nvPicPr>
          <p:cNvPr id="15" name="Google Shape;15;p13" descr="A group of people sitting in a room&#10;&#10;Description automatically generated"/>
          <p:cNvPicPr preferRelativeResize="0"/>
          <p:nvPr/>
        </p:nvPicPr>
        <p:blipFill rotWithShape="1">
          <a:blip r:embed="rId5">
            <a:alphaModFix/>
          </a:blip>
          <a:srcRect/>
          <a:stretch/>
        </p:blipFill>
        <p:spPr>
          <a:xfrm>
            <a:off x="0" y="-1683"/>
            <a:ext cx="3719245" cy="2094331"/>
          </a:xfrm>
          <a:prstGeom prst="rect">
            <a:avLst/>
          </a:prstGeom>
          <a:noFill/>
          <a:ln>
            <a:noFill/>
          </a:ln>
        </p:spPr>
      </p:pic>
      <p:pic>
        <p:nvPicPr>
          <p:cNvPr id="16" name="Google Shape;16;p13" descr="A white paper with a small amount of texture&#10;&#10;Description automatically generated"/>
          <p:cNvPicPr preferRelativeResize="0"/>
          <p:nvPr/>
        </p:nvPicPr>
        <p:blipFill rotWithShape="1">
          <a:blip r:embed="rId6">
            <a:alphaModFix/>
          </a:blip>
          <a:srcRect l="-1" r="-51"/>
          <a:stretch/>
        </p:blipFill>
        <p:spPr>
          <a:xfrm>
            <a:off x="-2" y="3346515"/>
            <a:ext cx="12203243" cy="3517683"/>
          </a:xfrm>
          <a:prstGeom prst="rect">
            <a:avLst/>
          </a:prstGeom>
          <a:noFill/>
          <a:ln>
            <a:noFill/>
          </a:ln>
        </p:spPr>
      </p:pic>
      <p:pic>
        <p:nvPicPr>
          <p:cNvPr id="17" name="Google Shape;17;p13" descr="A group of circles on a black background&#10;&#10;Description automatically generated"/>
          <p:cNvPicPr preferRelativeResize="0"/>
          <p:nvPr/>
        </p:nvPicPr>
        <p:blipFill rotWithShape="1">
          <a:blip r:embed="rId7">
            <a:alphaModFix/>
          </a:blip>
          <a:srcRect l="9425" t="24877" b="37226"/>
          <a:stretch/>
        </p:blipFill>
        <p:spPr>
          <a:xfrm>
            <a:off x="-3" y="5318875"/>
            <a:ext cx="4774677" cy="1543640"/>
          </a:xfrm>
          <a:prstGeom prst="rect">
            <a:avLst/>
          </a:prstGeom>
          <a:noFill/>
          <a:ln>
            <a:noFill/>
          </a:ln>
        </p:spPr>
      </p:pic>
      <p:pic>
        <p:nvPicPr>
          <p:cNvPr id="18" name="Google Shape;18;p13" descr="A group of circles on a black background&#10;&#10;Description automatically generated"/>
          <p:cNvPicPr preferRelativeResize="0"/>
          <p:nvPr/>
        </p:nvPicPr>
        <p:blipFill rotWithShape="1">
          <a:blip r:embed="rId7">
            <a:alphaModFix/>
          </a:blip>
          <a:srcRect l="14667" t="41783" r="7332" b="28297"/>
          <a:stretch/>
        </p:blipFill>
        <p:spPr>
          <a:xfrm>
            <a:off x="3930978" y="5318875"/>
            <a:ext cx="5213553" cy="1545336"/>
          </a:xfrm>
          <a:prstGeom prst="rect">
            <a:avLst/>
          </a:prstGeom>
          <a:noFill/>
          <a:ln>
            <a:noFill/>
          </a:ln>
        </p:spPr>
      </p:pic>
      <p:pic>
        <p:nvPicPr>
          <p:cNvPr id="19" name="Google Shape;19;p13" descr="A group of circles on a black background&#10;&#10;Description automatically generated"/>
          <p:cNvPicPr preferRelativeResize="0"/>
          <p:nvPr/>
        </p:nvPicPr>
        <p:blipFill rotWithShape="1">
          <a:blip r:embed="rId7">
            <a:alphaModFix/>
          </a:blip>
          <a:srcRect l="9425" t="40846" r="14753" b="21257"/>
          <a:stretch/>
        </p:blipFill>
        <p:spPr>
          <a:xfrm>
            <a:off x="8206274" y="5318875"/>
            <a:ext cx="3996967" cy="1543640"/>
          </a:xfrm>
          <a:prstGeom prst="rect">
            <a:avLst/>
          </a:prstGeom>
          <a:noFill/>
          <a:ln>
            <a:noFill/>
          </a:ln>
        </p:spPr>
      </p:pic>
      <p:sp>
        <p:nvSpPr>
          <p:cNvPr id="20" name="Google Shape;20;p13"/>
          <p:cNvSpPr/>
          <p:nvPr/>
        </p:nvSpPr>
        <p:spPr>
          <a:xfrm>
            <a:off x="-1" y="2335376"/>
            <a:ext cx="12191999" cy="3990001"/>
          </a:xfrm>
          <a:prstGeom prst="rect">
            <a:avLst/>
          </a:prstGeom>
          <a:solidFill>
            <a:srgbClr val="00274C"/>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Calibri"/>
              <a:ea typeface="Calibri"/>
              <a:cs typeface="Calibri"/>
              <a:sym typeface="Calibri"/>
            </a:endParaRPr>
          </a:p>
        </p:txBody>
      </p:sp>
      <p:sp>
        <p:nvSpPr>
          <p:cNvPr id="21" name="Google Shape;21;p13"/>
          <p:cNvSpPr txBox="1">
            <a:spLocks noGrp="1"/>
          </p:cNvSpPr>
          <p:nvPr>
            <p:ph type="ctrTitle"/>
          </p:nvPr>
        </p:nvSpPr>
        <p:spPr>
          <a:xfrm>
            <a:off x="2" y="3172949"/>
            <a:ext cx="12191997" cy="1478045"/>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lt1"/>
              </a:buClr>
              <a:buSzPts val="3600"/>
              <a:buFont typeface="Arial"/>
              <a:buNone/>
              <a:defRPr sz="4800" b="1">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 name="Google Shape;22;p13"/>
          <p:cNvSpPr txBox="1">
            <a:spLocks noGrp="1"/>
          </p:cNvSpPr>
          <p:nvPr>
            <p:ph type="subTitle" idx="1"/>
          </p:nvPr>
        </p:nvSpPr>
        <p:spPr>
          <a:xfrm>
            <a:off x="1" y="4898151"/>
            <a:ext cx="12191999" cy="830936"/>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1067"/>
              </a:spcBef>
              <a:spcAft>
                <a:spcPts val="0"/>
              </a:spcAft>
              <a:buClr>
                <a:srgbClr val="FFCB05"/>
              </a:buClr>
              <a:buSzPts val="1800"/>
              <a:buNone/>
              <a:defRPr sz="2400">
                <a:solidFill>
                  <a:srgbClr val="FFCB05"/>
                </a:solidFill>
                <a:latin typeface="Arial"/>
                <a:ea typeface="Arial"/>
                <a:cs typeface="Arial"/>
                <a:sym typeface="Arial"/>
              </a:defRPr>
            </a:lvl1pPr>
            <a:lvl2pPr lvl="1" algn="ctr">
              <a:lnSpc>
                <a:spcPct val="90000"/>
              </a:lnSpc>
              <a:spcBef>
                <a:spcPts val="533"/>
              </a:spcBef>
              <a:spcAft>
                <a:spcPts val="0"/>
              </a:spcAft>
              <a:buClr>
                <a:schemeClr val="dk1"/>
              </a:buClr>
              <a:buSzPts val="1500"/>
              <a:buNone/>
              <a:defRPr sz="2000"/>
            </a:lvl2pPr>
            <a:lvl3pPr lvl="2" algn="ctr">
              <a:lnSpc>
                <a:spcPct val="90000"/>
              </a:lnSpc>
              <a:spcBef>
                <a:spcPts val="533"/>
              </a:spcBef>
              <a:spcAft>
                <a:spcPts val="0"/>
              </a:spcAft>
              <a:buClr>
                <a:schemeClr val="dk1"/>
              </a:buClr>
              <a:buSzPts val="1400"/>
              <a:buNone/>
              <a:defRPr sz="1867"/>
            </a:lvl3pPr>
            <a:lvl4pPr lvl="3" algn="ctr">
              <a:lnSpc>
                <a:spcPct val="90000"/>
              </a:lnSpc>
              <a:spcBef>
                <a:spcPts val="533"/>
              </a:spcBef>
              <a:spcAft>
                <a:spcPts val="0"/>
              </a:spcAft>
              <a:buClr>
                <a:schemeClr val="dk1"/>
              </a:buClr>
              <a:buSzPts val="1200"/>
              <a:buNone/>
              <a:defRPr sz="1600"/>
            </a:lvl4pPr>
            <a:lvl5pPr lvl="4" algn="ctr">
              <a:lnSpc>
                <a:spcPct val="90000"/>
              </a:lnSpc>
              <a:spcBef>
                <a:spcPts val="533"/>
              </a:spcBef>
              <a:spcAft>
                <a:spcPts val="0"/>
              </a:spcAft>
              <a:buClr>
                <a:schemeClr val="dk1"/>
              </a:buClr>
              <a:buSzPts val="1200"/>
              <a:buNone/>
              <a:defRPr sz="1600"/>
            </a:lvl5pPr>
            <a:lvl6pPr lvl="5" algn="ctr">
              <a:lnSpc>
                <a:spcPct val="90000"/>
              </a:lnSpc>
              <a:spcBef>
                <a:spcPts val="533"/>
              </a:spcBef>
              <a:spcAft>
                <a:spcPts val="0"/>
              </a:spcAft>
              <a:buClr>
                <a:schemeClr val="dk1"/>
              </a:buClr>
              <a:buSzPts val="1200"/>
              <a:buNone/>
              <a:defRPr sz="1600"/>
            </a:lvl6pPr>
            <a:lvl7pPr lvl="6" algn="ctr">
              <a:lnSpc>
                <a:spcPct val="90000"/>
              </a:lnSpc>
              <a:spcBef>
                <a:spcPts val="533"/>
              </a:spcBef>
              <a:spcAft>
                <a:spcPts val="0"/>
              </a:spcAft>
              <a:buClr>
                <a:schemeClr val="dk1"/>
              </a:buClr>
              <a:buSzPts val="1200"/>
              <a:buNone/>
              <a:defRPr sz="1600"/>
            </a:lvl7pPr>
            <a:lvl8pPr lvl="7" algn="ctr">
              <a:lnSpc>
                <a:spcPct val="90000"/>
              </a:lnSpc>
              <a:spcBef>
                <a:spcPts val="533"/>
              </a:spcBef>
              <a:spcAft>
                <a:spcPts val="0"/>
              </a:spcAft>
              <a:buClr>
                <a:schemeClr val="dk1"/>
              </a:buClr>
              <a:buSzPts val="1200"/>
              <a:buNone/>
              <a:defRPr sz="1600"/>
            </a:lvl8pPr>
            <a:lvl9pPr lvl="8" algn="ctr">
              <a:lnSpc>
                <a:spcPct val="90000"/>
              </a:lnSpc>
              <a:spcBef>
                <a:spcPts val="533"/>
              </a:spcBef>
              <a:spcAft>
                <a:spcPts val="0"/>
              </a:spcAft>
              <a:buClr>
                <a:schemeClr val="dk1"/>
              </a:buClr>
              <a:buSzPts val="1200"/>
              <a:buNone/>
              <a:defRPr sz="1600"/>
            </a:lvl9pPr>
          </a:lstStyle>
          <a:p>
            <a:endParaRPr/>
          </a:p>
        </p:txBody>
      </p:sp>
      <p:sp>
        <p:nvSpPr>
          <p:cNvPr id="23" name="Google Shape;23;p13"/>
          <p:cNvSpPr/>
          <p:nvPr/>
        </p:nvSpPr>
        <p:spPr>
          <a:xfrm rot="-5400000">
            <a:off x="-1045143" y="1045140"/>
            <a:ext cx="2335376" cy="245096"/>
          </a:xfrm>
          <a:prstGeom prst="rect">
            <a:avLst/>
          </a:prstGeom>
          <a:solidFill>
            <a:srgbClr val="FFCB05"/>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Calibri"/>
              <a:ea typeface="Calibri"/>
              <a:cs typeface="Calibri"/>
              <a:sym typeface="Calibri"/>
            </a:endParaRPr>
          </a:p>
        </p:txBody>
      </p:sp>
      <p:sp>
        <p:nvSpPr>
          <p:cNvPr id="24" name="Google Shape;24;p13"/>
          <p:cNvSpPr/>
          <p:nvPr/>
        </p:nvSpPr>
        <p:spPr>
          <a:xfrm rot="-5400000">
            <a:off x="9771666" y="4437669"/>
            <a:ext cx="4595567" cy="245096"/>
          </a:xfrm>
          <a:prstGeom prst="rect">
            <a:avLst/>
          </a:prstGeom>
          <a:solidFill>
            <a:srgbClr val="FFCB05"/>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Calibri"/>
              <a:ea typeface="Calibri"/>
              <a:cs typeface="Calibri"/>
              <a:sym typeface="Calibri"/>
            </a:endParaRPr>
          </a:p>
        </p:txBody>
      </p:sp>
      <p:pic>
        <p:nvPicPr>
          <p:cNvPr id="25" name="Google Shape;25;p13" descr="A yellow letter on a blue background&#10;&#10;Description automatically generated"/>
          <p:cNvPicPr preferRelativeResize="0"/>
          <p:nvPr/>
        </p:nvPicPr>
        <p:blipFill rotWithShape="1">
          <a:blip r:embed="rId8">
            <a:alphaModFix/>
          </a:blip>
          <a:srcRect/>
          <a:stretch/>
        </p:blipFill>
        <p:spPr>
          <a:xfrm>
            <a:off x="10228757" y="235964"/>
            <a:ext cx="1718145" cy="1658488"/>
          </a:xfrm>
          <a:prstGeom prst="rect">
            <a:avLst/>
          </a:prstGeom>
          <a:noFill/>
          <a:ln>
            <a:noFill/>
          </a:ln>
        </p:spPr>
      </p:pic>
      <p:cxnSp>
        <p:nvCxnSpPr>
          <p:cNvPr id="26" name="Google Shape;26;p13"/>
          <p:cNvCxnSpPr/>
          <p:nvPr/>
        </p:nvCxnSpPr>
        <p:spPr>
          <a:xfrm>
            <a:off x="8882547" y="-6197"/>
            <a:ext cx="0" cy="2096476"/>
          </a:xfrm>
          <a:prstGeom prst="straightConnector1">
            <a:avLst/>
          </a:prstGeom>
          <a:noFill/>
          <a:ln w="12700" cap="flat" cmpd="sng">
            <a:solidFill>
              <a:schemeClr val="lt1"/>
            </a:solidFill>
            <a:prstDash val="solid"/>
            <a:miter lim="800000"/>
            <a:headEnd type="none" w="sm" len="sm"/>
            <a:tailEnd type="none" w="sm" len="sm"/>
          </a:ln>
        </p:spPr>
      </p:cxnSp>
      <p:cxnSp>
        <p:nvCxnSpPr>
          <p:cNvPr id="27" name="Google Shape;27;p13"/>
          <p:cNvCxnSpPr/>
          <p:nvPr/>
        </p:nvCxnSpPr>
        <p:spPr>
          <a:xfrm>
            <a:off x="6016797" y="-6197"/>
            <a:ext cx="0" cy="2096476"/>
          </a:xfrm>
          <a:prstGeom prst="straightConnector1">
            <a:avLst/>
          </a:prstGeom>
          <a:noFill/>
          <a:ln w="12700" cap="flat" cmpd="sng">
            <a:solidFill>
              <a:schemeClr val="lt1"/>
            </a:solidFill>
            <a:prstDash val="solid"/>
            <a:miter lim="800000"/>
            <a:headEnd type="none" w="sm" len="sm"/>
            <a:tailEnd type="none" w="sm" len="sm"/>
          </a:ln>
        </p:spPr>
      </p:cxnSp>
      <p:cxnSp>
        <p:nvCxnSpPr>
          <p:cNvPr id="28" name="Google Shape;28;p13"/>
          <p:cNvCxnSpPr/>
          <p:nvPr/>
        </p:nvCxnSpPr>
        <p:spPr>
          <a:xfrm>
            <a:off x="3716657" y="-6197"/>
            <a:ext cx="0" cy="2096476"/>
          </a:xfrm>
          <a:prstGeom prst="straightConnector1">
            <a:avLst/>
          </a:prstGeom>
          <a:noFill/>
          <a:ln w="12700" cap="flat" cmpd="sng">
            <a:solidFill>
              <a:schemeClr val="lt1"/>
            </a:solidFill>
            <a:prstDash val="solid"/>
            <a:miter lim="800000"/>
            <a:headEnd type="none" w="sm" len="sm"/>
            <a:tailEnd type="none" w="sm" len="sm"/>
          </a:ln>
        </p:spPr>
      </p:cxnSp>
      <p:sp>
        <p:nvSpPr>
          <p:cNvPr id="29" name="Google Shape;29;p13"/>
          <p:cNvSpPr/>
          <p:nvPr/>
        </p:nvSpPr>
        <p:spPr>
          <a:xfrm>
            <a:off x="-1" y="2090279"/>
            <a:ext cx="12191997" cy="245096"/>
          </a:xfrm>
          <a:prstGeom prst="rect">
            <a:avLst/>
          </a:prstGeom>
          <a:solidFill>
            <a:srgbClr val="FFCB05"/>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796468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BB776A-91B7-656E-3263-6A071ADB1A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37FE71-34A6-CB51-9F68-44BA10B23F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13842E-9E3F-8B75-1114-A0BD9EED67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F91373-5AE8-47FE-8859-972A7BBD39C1}" type="datetimeFigureOut">
              <a:rPr lang="en-US" smtClean="0"/>
              <a:t>4/25/2026</a:t>
            </a:fld>
            <a:endParaRPr lang="en-US"/>
          </a:p>
        </p:txBody>
      </p:sp>
      <p:sp>
        <p:nvSpPr>
          <p:cNvPr id="5" name="Footer Placeholder 4">
            <a:extLst>
              <a:ext uri="{FF2B5EF4-FFF2-40B4-BE49-F238E27FC236}">
                <a16:creationId xmlns:a16="http://schemas.microsoft.com/office/drawing/2014/main" id="{2A2355AC-34D3-9DD1-26DA-DF30ADCBA7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544B34-4D1E-51BF-9123-95810CA179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E47843-D9DE-4348-95D6-5CE0E30EBDCF}" type="slidenum">
              <a:rPr lang="en-US" smtClean="0"/>
              <a:t>‹#›</a:t>
            </a:fld>
            <a:endParaRPr lang="en-US"/>
          </a:p>
        </p:txBody>
      </p:sp>
    </p:spTree>
    <p:extLst>
      <p:ext uri="{BB962C8B-B14F-4D97-AF65-F5344CB8AC3E}">
        <p14:creationId xmlns:p14="http://schemas.microsoft.com/office/powerpoint/2010/main" val="4167211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
          <p:cNvSpPr txBox="1">
            <a:spLocks noGrp="1"/>
          </p:cNvSpPr>
          <p:nvPr>
            <p:ph type="ctrTitle"/>
          </p:nvPr>
        </p:nvSpPr>
        <p:spPr>
          <a:xfrm>
            <a:off x="1" y="2852928"/>
            <a:ext cx="11934423" cy="2571859"/>
          </a:xfrm>
          <a:prstGeom prst="rect">
            <a:avLst/>
          </a:prstGeom>
          <a:noFill/>
          <a:ln>
            <a:noFill/>
          </a:ln>
        </p:spPr>
        <p:txBody>
          <a:bodyPr spcFirstLastPara="1" vert="horz" wrap="square" lIns="91433" tIns="45700" rIns="91433" bIns="45700" rtlCol="0" anchor="b" anchorCtr="0">
            <a:normAutofit/>
          </a:bodyPr>
          <a:lstStyle/>
          <a:p>
            <a:r>
              <a:rPr lang="en-US" dirty="0"/>
              <a:t>Learning-Based Impedance Identification for Stability Analysis of IBR-dominated Grids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3EABE9-BFA2-0372-F8B3-6E6B9FC7E4CE}"/>
              </a:ext>
            </a:extLst>
          </p:cNvPr>
          <p:cNvSpPr txBox="1"/>
          <p:nvPr/>
        </p:nvSpPr>
        <p:spPr>
          <a:xfrm>
            <a:off x="254977" y="202223"/>
            <a:ext cx="3852850" cy="523220"/>
          </a:xfrm>
          <a:prstGeom prst="rect">
            <a:avLst/>
          </a:prstGeom>
          <a:noFill/>
        </p:spPr>
        <p:txBody>
          <a:bodyPr wrap="none" rtlCol="0">
            <a:spAutoFit/>
          </a:bodyPr>
          <a:lstStyle/>
          <a:p>
            <a:r>
              <a:rPr lang="en-US" sz="2800" dirty="0"/>
              <a:t>Reviewer 1’s comments</a:t>
            </a:r>
          </a:p>
        </p:txBody>
      </p:sp>
      <p:sp>
        <p:nvSpPr>
          <p:cNvPr id="6" name="Rectangle 5">
            <a:extLst>
              <a:ext uri="{FF2B5EF4-FFF2-40B4-BE49-F238E27FC236}">
                <a16:creationId xmlns:a16="http://schemas.microsoft.com/office/drawing/2014/main" id="{0B1F2C74-678E-2E28-8603-512497D8AB12}"/>
              </a:ext>
            </a:extLst>
          </p:cNvPr>
          <p:cNvSpPr/>
          <p:nvPr/>
        </p:nvSpPr>
        <p:spPr>
          <a:xfrm>
            <a:off x="369278" y="1714499"/>
            <a:ext cx="5811714" cy="39702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141927E-B972-C441-60B0-0E896F20D1DF}"/>
              </a:ext>
            </a:extLst>
          </p:cNvPr>
          <p:cNvSpPr txBox="1"/>
          <p:nvPr/>
        </p:nvSpPr>
        <p:spPr>
          <a:xfrm>
            <a:off x="493575" y="1899138"/>
            <a:ext cx="5576047" cy="4031873"/>
          </a:xfrm>
          <a:prstGeom prst="rect">
            <a:avLst/>
          </a:prstGeom>
          <a:noFill/>
        </p:spPr>
        <p:txBody>
          <a:bodyPr wrap="square" rtlCol="0">
            <a:spAutoFit/>
          </a:bodyPr>
          <a:lstStyle/>
          <a:p>
            <a:pPr marL="342900" indent="-342900" algn="just">
              <a:buAutoNum type="arabicPeriod"/>
            </a:pPr>
            <a:r>
              <a:rPr lang="en-US" sz="1600" dirty="0"/>
              <a:t>Please clarify the privacy and threat model because federated learning alone does not guarantee privacy. (</a:t>
            </a:r>
            <a:r>
              <a:rPr lang="en-US" sz="1600" i="1" dirty="0"/>
              <a:t>read original </a:t>
            </a:r>
            <a:r>
              <a:rPr lang="en-US" sz="1600" i="1" dirty="0" err="1"/>
              <a:t>FedAvg</a:t>
            </a:r>
            <a:r>
              <a:rPr lang="en-US" sz="1600" i="1" dirty="0"/>
              <a:t> paper</a:t>
            </a:r>
            <a:r>
              <a:rPr lang="en-US" sz="1600" dirty="0"/>
              <a:t>)</a:t>
            </a:r>
          </a:p>
          <a:p>
            <a:pPr marL="342900" indent="-342900" algn="just">
              <a:buAutoNum type="arabicPeriod"/>
            </a:pPr>
            <a:r>
              <a:rPr lang="en-US" sz="1600" dirty="0">
                <a:solidFill>
                  <a:srgbClr val="FF0000"/>
                </a:solidFill>
              </a:rPr>
              <a:t>The results rely on analytically generated data so please validate performance under measurement noise and EMT scan uncertainty.</a:t>
            </a:r>
          </a:p>
          <a:p>
            <a:pPr marL="342900" indent="-342900" algn="just">
              <a:buAutoNum type="arabicPeriod"/>
            </a:pPr>
            <a:r>
              <a:rPr lang="en-US" sz="1600" dirty="0">
                <a:solidFill>
                  <a:srgbClr val="FF0000"/>
                </a:solidFill>
              </a:rPr>
              <a:t>Please quantify client heterogeneity and test </a:t>
            </a:r>
            <a:r>
              <a:rPr lang="en-US" sz="1600" dirty="0" err="1">
                <a:solidFill>
                  <a:srgbClr val="FF0000"/>
                </a:solidFill>
              </a:rPr>
              <a:t>FedAvgIm</a:t>
            </a:r>
            <a:r>
              <a:rPr lang="en-US" sz="1600" dirty="0">
                <a:solidFill>
                  <a:srgbClr val="FF0000"/>
                </a:solidFill>
              </a:rPr>
              <a:t> under more severe non IID distributions. </a:t>
            </a:r>
          </a:p>
          <a:p>
            <a:pPr marL="342900" indent="-342900" algn="just">
              <a:buAutoNum type="arabicPeriod"/>
            </a:pPr>
            <a:r>
              <a:rPr lang="en-US" sz="1600" dirty="0">
                <a:solidFill>
                  <a:srgbClr val="FF9933"/>
                </a:solidFill>
              </a:rPr>
              <a:t>Please report communication overhead including model size number of rounds and total uplink and downlink cost to support practicality claims. </a:t>
            </a:r>
          </a:p>
          <a:p>
            <a:pPr marL="342900" indent="-342900" algn="just">
              <a:buAutoNum type="arabicPeriod"/>
            </a:pPr>
            <a:r>
              <a:rPr lang="en-US" sz="1600" dirty="0">
                <a:solidFill>
                  <a:srgbClr val="FF0000"/>
                </a:solidFill>
              </a:rPr>
              <a:t>Please extend the stability validation to multiple operating points and report the stability decision consistency. </a:t>
            </a:r>
          </a:p>
          <a:p>
            <a:pPr marL="342900" indent="-342900" algn="just">
              <a:buAutoNum type="arabicPeriod"/>
            </a:pPr>
            <a:r>
              <a:rPr lang="en-US" sz="1600" dirty="0"/>
              <a:t>The paper uses impedance identification while the model outputs admittance so please unify the terminology for consistency.</a:t>
            </a:r>
          </a:p>
        </p:txBody>
      </p:sp>
      <p:sp>
        <p:nvSpPr>
          <p:cNvPr id="9" name="Rectangle 8">
            <a:extLst>
              <a:ext uri="{FF2B5EF4-FFF2-40B4-BE49-F238E27FC236}">
                <a16:creationId xmlns:a16="http://schemas.microsoft.com/office/drawing/2014/main" id="{1518BD00-100F-D6C1-C021-6E8F7E6761BF}"/>
              </a:ext>
            </a:extLst>
          </p:cNvPr>
          <p:cNvSpPr/>
          <p:nvPr/>
        </p:nvSpPr>
        <p:spPr>
          <a:xfrm>
            <a:off x="7442947" y="2290395"/>
            <a:ext cx="4229100" cy="22772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AEDFEA9-4960-FAA1-442C-DFFE8ECCBCE8}"/>
              </a:ext>
            </a:extLst>
          </p:cNvPr>
          <p:cNvSpPr txBox="1"/>
          <p:nvPr/>
        </p:nvSpPr>
        <p:spPr>
          <a:xfrm>
            <a:off x="7567245" y="2475034"/>
            <a:ext cx="3867410" cy="1815882"/>
          </a:xfrm>
          <a:prstGeom prst="rect">
            <a:avLst/>
          </a:prstGeom>
          <a:noFill/>
        </p:spPr>
        <p:txBody>
          <a:bodyPr wrap="square" rtlCol="0">
            <a:spAutoFit/>
          </a:bodyPr>
          <a:lstStyle/>
          <a:p>
            <a:pPr marL="342900" indent="-342900" algn="just">
              <a:buAutoNum type="arabicPeriod"/>
            </a:pPr>
            <a:r>
              <a:rPr lang="en-US" sz="1600" dirty="0"/>
              <a:t>Measurement-based data generation + noise</a:t>
            </a:r>
          </a:p>
          <a:p>
            <a:pPr marL="342900" indent="-342900" algn="just">
              <a:buAutoNum type="arabicPeriod"/>
            </a:pPr>
            <a:endParaRPr lang="en-US" sz="1600" dirty="0"/>
          </a:p>
          <a:p>
            <a:pPr marL="342900" indent="-342900" algn="just">
              <a:buAutoNum type="arabicPeriod"/>
            </a:pPr>
            <a:r>
              <a:rPr lang="en-US" sz="1600" dirty="0"/>
              <a:t>Try with different IBR structure</a:t>
            </a:r>
          </a:p>
          <a:p>
            <a:pPr marL="342900" indent="-342900" algn="just">
              <a:buAutoNum type="arabicPeriod"/>
            </a:pPr>
            <a:endParaRPr lang="en-US" sz="1600" dirty="0"/>
          </a:p>
          <a:p>
            <a:pPr marL="342900" indent="-342900" algn="just">
              <a:buAutoNum type="arabicPeriod"/>
            </a:pPr>
            <a:r>
              <a:rPr lang="en-US" sz="1600" dirty="0"/>
              <a:t>Stability sensitivity with prediction error/noise</a:t>
            </a:r>
          </a:p>
        </p:txBody>
      </p:sp>
      <p:cxnSp>
        <p:nvCxnSpPr>
          <p:cNvPr id="12" name="Straight Arrow Connector 11">
            <a:extLst>
              <a:ext uri="{FF2B5EF4-FFF2-40B4-BE49-F238E27FC236}">
                <a16:creationId xmlns:a16="http://schemas.microsoft.com/office/drawing/2014/main" id="{427EF453-9530-CC86-7BB5-C35728EDA1AE}"/>
              </a:ext>
            </a:extLst>
          </p:cNvPr>
          <p:cNvCxnSpPr>
            <a:cxnSpLocks/>
          </p:cNvCxnSpPr>
          <p:nvPr/>
        </p:nvCxnSpPr>
        <p:spPr>
          <a:xfrm>
            <a:off x="6305289" y="2646485"/>
            <a:ext cx="1062665" cy="10550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B73466BF-E02B-4B83-ADB5-C885E4F9C0A2}"/>
              </a:ext>
            </a:extLst>
          </p:cNvPr>
          <p:cNvCxnSpPr>
            <a:cxnSpLocks/>
            <a:endCxn id="10" idx="1"/>
          </p:cNvCxnSpPr>
          <p:nvPr/>
        </p:nvCxnSpPr>
        <p:spPr>
          <a:xfrm flipV="1">
            <a:off x="6069622" y="3382975"/>
            <a:ext cx="1497623" cy="13394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7AC85BA-35A7-56E5-D81E-5D272CCA4824}"/>
              </a:ext>
            </a:extLst>
          </p:cNvPr>
          <p:cNvCxnSpPr>
            <a:cxnSpLocks/>
          </p:cNvCxnSpPr>
          <p:nvPr/>
        </p:nvCxnSpPr>
        <p:spPr>
          <a:xfrm flipV="1">
            <a:off x="6063158" y="3975289"/>
            <a:ext cx="1572616" cy="70118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9955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47096-BC6A-70F7-2D14-9DD20D745EF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B3771E4-A945-1E18-6974-1384B4ECCE43}"/>
              </a:ext>
            </a:extLst>
          </p:cNvPr>
          <p:cNvSpPr/>
          <p:nvPr/>
        </p:nvSpPr>
        <p:spPr>
          <a:xfrm>
            <a:off x="369278" y="1222130"/>
            <a:ext cx="5811714" cy="52013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A3D5801-DD46-D0E6-C4D8-D547C260537D}"/>
              </a:ext>
            </a:extLst>
          </p:cNvPr>
          <p:cNvSpPr txBox="1"/>
          <p:nvPr/>
        </p:nvSpPr>
        <p:spPr>
          <a:xfrm>
            <a:off x="493575" y="1560633"/>
            <a:ext cx="5576047" cy="4524315"/>
          </a:xfrm>
          <a:prstGeom prst="rect">
            <a:avLst/>
          </a:prstGeom>
          <a:noFill/>
        </p:spPr>
        <p:txBody>
          <a:bodyPr wrap="square" rtlCol="0">
            <a:spAutoFit/>
          </a:bodyPr>
          <a:lstStyle/>
          <a:p>
            <a:pPr marL="342900" indent="-342900" algn="just">
              <a:buAutoNum type="arabicPeriod"/>
            </a:pPr>
            <a:r>
              <a:rPr lang="en-US" sz="1600" dirty="0">
                <a:solidFill>
                  <a:srgbClr val="FF0000"/>
                </a:solidFill>
              </a:rPr>
              <a:t>The authors should either justify this approach or, more preferably, validate the framework using measurement-based data to faithfully represent the "black-box" scenario described in the motivation.</a:t>
            </a:r>
          </a:p>
          <a:p>
            <a:pPr marL="342900" indent="-342900" algn="just">
              <a:buAutoNum type="arabicPeriod"/>
            </a:pPr>
            <a:r>
              <a:rPr lang="en-US" sz="1600" dirty="0">
                <a:solidFill>
                  <a:srgbClr val="FF0000"/>
                </a:solidFill>
              </a:rPr>
              <a:t>The authors need to discuss the applicability of </a:t>
            </a:r>
            <a:r>
              <a:rPr lang="en-US" sz="1600" dirty="0" err="1">
                <a:solidFill>
                  <a:srgbClr val="FF0000"/>
                </a:solidFill>
              </a:rPr>
              <a:t>FedAvgIm</a:t>
            </a:r>
            <a:r>
              <a:rPr lang="en-US" sz="1600" dirty="0">
                <a:solidFill>
                  <a:srgbClr val="FF0000"/>
                </a:solidFill>
              </a:rPr>
              <a:t> in a realistic environment with mixed IBR structures. A discussion on this limitation is necessary to align the contribution with practical grid conditions.</a:t>
            </a:r>
          </a:p>
          <a:p>
            <a:pPr marL="342900" indent="-342900" algn="just">
              <a:buAutoNum type="arabicPeriod"/>
            </a:pPr>
            <a:r>
              <a:rPr lang="en-US" sz="1600" dirty="0">
                <a:solidFill>
                  <a:srgbClr val="FF9933"/>
                </a:solidFill>
              </a:rPr>
              <a:t>The authors should clarify the purpose of this architectural split. If personalization was intended to address the heterogeneity mentioned above, it should be implemented and compared against the fully global approach.</a:t>
            </a:r>
          </a:p>
          <a:p>
            <a:pPr marL="342900" indent="-342900" algn="just">
              <a:buAutoNum type="arabicPeriod"/>
            </a:pPr>
            <a:r>
              <a:rPr lang="en-US" sz="1600" dirty="0">
                <a:solidFill>
                  <a:srgbClr val="FF0000"/>
                </a:solidFill>
              </a:rPr>
              <a:t>Specifically, how sensitive is the stability criterion to small prediction errors in the phase or magnitude of </a:t>
            </a:r>
            <a:r>
              <a:rPr lang="en-US" sz="1600" dirty="0" err="1">
                <a:solidFill>
                  <a:srgbClr val="FF0000"/>
                </a:solidFill>
              </a:rPr>
              <a:t>Ydq</a:t>
            </a:r>
            <a:r>
              <a:rPr lang="en-US" sz="1600" dirty="0">
                <a:solidFill>
                  <a:srgbClr val="FF0000"/>
                </a:solidFill>
              </a:rPr>
              <a:t> near the crossover frequency? </a:t>
            </a:r>
          </a:p>
          <a:p>
            <a:pPr marL="342900" indent="-342900" algn="just">
              <a:buAutoNum type="arabicPeriod"/>
            </a:pPr>
            <a:r>
              <a:rPr lang="en-US" sz="1600" dirty="0"/>
              <a:t>The authors should clarify the sampling strategy for the frequency input f.</a:t>
            </a:r>
          </a:p>
        </p:txBody>
      </p:sp>
      <p:sp>
        <p:nvSpPr>
          <p:cNvPr id="9" name="Rectangle 8">
            <a:extLst>
              <a:ext uri="{FF2B5EF4-FFF2-40B4-BE49-F238E27FC236}">
                <a16:creationId xmlns:a16="http://schemas.microsoft.com/office/drawing/2014/main" id="{8BC803CE-F3E1-E199-161B-74E475A0CF71}"/>
              </a:ext>
            </a:extLst>
          </p:cNvPr>
          <p:cNvSpPr/>
          <p:nvPr/>
        </p:nvSpPr>
        <p:spPr>
          <a:xfrm>
            <a:off x="7442947" y="2290395"/>
            <a:ext cx="4229100" cy="22772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B02F691-54EB-0E69-9F53-29DC69BA9688}"/>
              </a:ext>
            </a:extLst>
          </p:cNvPr>
          <p:cNvSpPr txBox="1"/>
          <p:nvPr/>
        </p:nvSpPr>
        <p:spPr>
          <a:xfrm>
            <a:off x="7567245" y="2475034"/>
            <a:ext cx="3867410" cy="1815882"/>
          </a:xfrm>
          <a:prstGeom prst="rect">
            <a:avLst/>
          </a:prstGeom>
          <a:noFill/>
        </p:spPr>
        <p:txBody>
          <a:bodyPr wrap="square" rtlCol="0">
            <a:spAutoFit/>
          </a:bodyPr>
          <a:lstStyle/>
          <a:p>
            <a:pPr marL="342900" indent="-342900" algn="just">
              <a:buAutoNum type="arabicPeriod"/>
            </a:pPr>
            <a:r>
              <a:rPr lang="en-US" sz="1600" dirty="0"/>
              <a:t>Measurement-based data generation + noise</a:t>
            </a:r>
          </a:p>
          <a:p>
            <a:pPr marL="342900" indent="-342900" algn="just">
              <a:buAutoNum type="arabicPeriod"/>
            </a:pPr>
            <a:endParaRPr lang="en-US" sz="1600" dirty="0"/>
          </a:p>
          <a:p>
            <a:pPr marL="342900" indent="-342900" algn="just">
              <a:buAutoNum type="arabicPeriod"/>
            </a:pPr>
            <a:r>
              <a:rPr lang="en-US" sz="1600" dirty="0"/>
              <a:t>Try with different IBR structure</a:t>
            </a:r>
          </a:p>
          <a:p>
            <a:pPr marL="342900" indent="-342900" algn="just">
              <a:buAutoNum type="arabicPeriod"/>
            </a:pPr>
            <a:endParaRPr lang="en-US" sz="1600" dirty="0"/>
          </a:p>
          <a:p>
            <a:pPr marL="342900" indent="-342900" algn="just">
              <a:buAutoNum type="arabicPeriod"/>
            </a:pPr>
            <a:r>
              <a:rPr lang="en-US" sz="1600" dirty="0"/>
              <a:t>Stability sensitivity with prediction error/noise</a:t>
            </a:r>
          </a:p>
        </p:txBody>
      </p:sp>
      <p:cxnSp>
        <p:nvCxnSpPr>
          <p:cNvPr id="12" name="Straight Arrow Connector 11">
            <a:extLst>
              <a:ext uri="{FF2B5EF4-FFF2-40B4-BE49-F238E27FC236}">
                <a16:creationId xmlns:a16="http://schemas.microsoft.com/office/drawing/2014/main" id="{820D8AC3-1DE3-6565-0699-5A41DCFC3055}"/>
              </a:ext>
            </a:extLst>
          </p:cNvPr>
          <p:cNvCxnSpPr>
            <a:cxnSpLocks/>
          </p:cNvCxnSpPr>
          <p:nvPr/>
        </p:nvCxnSpPr>
        <p:spPr>
          <a:xfrm>
            <a:off x="5996354" y="2137405"/>
            <a:ext cx="1371600" cy="61458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97D89AF-A064-1792-1289-705A0E0AE3FC}"/>
              </a:ext>
            </a:extLst>
          </p:cNvPr>
          <p:cNvCxnSpPr>
            <a:cxnSpLocks/>
            <a:endCxn id="10" idx="1"/>
          </p:cNvCxnSpPr>
          <p:nvPr/>
        </p:nvCxnSpPr>
        <p:spPr>
          <a:xfrm>
            <a:off x="6063158" y="3158187"/>
            <a:ext cx="1504087" cy="22478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5C9E4FD-4706-6E0A-77E8-09F0A4F55355}"/>
              </a:ext>
            </a:extLst>
          </p:cNvPr>
          <p:cNvCxnSpPr>
            <a:cxnSpLocks/>
          </p:cNvCxnSpPr>
          <p:nvPr/>
        </p:nvCxnSpPr>
        <p:spPr>
          <a:xfrm flipV="1">
            <a:off x="6122380" y="3975289"/>
            <a:ext cx="1513394" cy="1018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62F389A-1198-9DCF-247E-F7155548B4C4}"/>
              </a:ext>
            </a:extLst>
          </p:cNvPr>
          <p:cNvSpPr txBox="1"/>
          <p:nvPr/>
        </p:nvSpPr>
        <p:spPr>
          <a:xfrm>
            <a:off x="254977" y="202223"/>
            <a:ext cx="3852850" cy="523220"/>
          </a:xfrm>
          <a:prstGeom prst="rect">
            <a:avLst/>
          </a:prstGeom>
          <a:noFill/>
        </p:spPr>
        <p:txBody>
          <a:bodyPr wrap="none" rtlCol="0">
            <a:spAutoFit/>
          </a:bodyPr>
          <a:lstStyle/>
          <a:p>
            <a:r>
              <a:rPr lang="en-US" sz="2800" dirty="0"/>
              <a:t>Reviewer 2’s comments</a:t>
            </a:r>
          </a:p>
        </p:txBody>
      </p:sp>
    </p:spTree>
    <p:extLst>
      <p:ext uri="{BB962C8B-B14F-4D97-AF65-F5344CB8AC3E}">
        <p14:creationId xmlns:p14="http://schemas.microsoft.com/office/powerpoint/2010/main" val="1209546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12B8E-C8E6-A623-F31A-58B18070DB8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73B8E89-5798-3376-39B9-CE368188FAF1}"/>
              </a:ext>
            </a:extLst>
          </p:cNvPr>
          <p:cNvSpPr/>
          <p:nvPr/>
        </p:nvSpPr>
        <p:spPr>
          <a:xfrm>
            <a:off x="369278" y="1222131"/>
            <a:ext cx="5811714" cy="433460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D130959-CCDB-4C86-D9A5-A47B589A0FC2}"/>
              </a:ext>
            </a:extLst>
          </p:cNvPr>
          <p:cNvSpPr txBox="1"/>
          <p:nvPr/>
        </p:nvSpPr>
        <p:spPr>
          <a:xfrm>
            <a:off x="493575" y="1560633"/>
            <a:ext cx="5576047" cy="3785652"/>
          </a:xfrm>
          <a:prstGeom prst="rect">
            <a:avLst/>
          </a:prstGeom>
          <a:noFill/>
        </p:spPr>
        <p:txBody>
          <a:bodyPr wrap="square" rtlCol="0">
            <a:spAutoFit/>
          </a:bodyPr>
          <a:lstStyle/>
          <a:p>
            <a:pPr marL="342900" indent="-342900" algn="just">
              <a:buAutoNum type="arabicPeriod"/>
            </a:pPr>
            <a:r>
              <a:rPr lang="en-US" sz="1600" dirty="0"/>
              <a:t>A sudden step change of grid impedance with 50% increase and the following instability seems unrealistic. Please find a way to justify it or use a more realistic scenario. </a:t>
            </a:r>
          </a:p>
          <a:p>
            <a:pPr marL="342900" indent="-342900" algn="just">
              <a:buAutoNum type="arabicPeriod"/>
            </a:pPr>
            <a:r>
              <a:rPr lang="en-US" sz="1600" dirty="0"/>
              <a:t>Please clarify the benefits of the proposed approach compared to the parametric impedance model. </a:t>
            </a:r>
          </a:p>
          <a:p>
            <a:pPr marL="342900" indent="-342900" algn="just">
              <a:buAutoNum type="arabicPeriod"/>
            </a:pPr>
            <a:r>
              <a:rPr lang="en-US" sz="1600" dirty="0"/>
              <a:t>Please state if there is any methodological novelty beyond </a:t>
            </a:r>
            <a:r>
              <a:rPr lang="en-US" sz="1600" dirty="0" err="1"/>
              <a:t>FedAvg</a:t>
            </a:r>
            <a:r>
              <a:rPr lang="en-US" sz="1600" dirty="0"/>
              <a:t>. </a:t>
            </a:r>
          </a:p>
          <a:p>
            <a:pPr marL="342900" indent="-342900" algn="just">
              <a:buAutoNum type="arabicPeriod"/>
            </a:pPr>
            <a:r>
              <a:rPr lang="en-US" sz="1600" dirty="0"/>
              <a:t>What are the limitations to scale up the method with many IBRs? </a:t>
            </a:r>
          </a:p>
          <a:p>
            <a:pPr marL="342900" indent="-342900" algn="just">
              <a:buAutoNum type="arabicPeriod"/>
            </a:pPr>
            <a:r>
              <a:rPr lang="en-US" sz="1600" dirty="0">
                <a:solidFill>
                  <a:srgbClr val="FF9933"/>
                </a:solidFill>
              </a:rPr>
              <a:t>Please include a comparison of communication complexity and cost, as well as a comparison of the required computational power. </a:t>
            </a:r>
          </a:p>
          <a:p>
            <a:pPr marL="342900" indent="-342900" algn="just">
              <a:buAutoNum type="arabicPeriod"/>
            </a:pPr>
            <a:r>
              <a:rPr lang="en-US" sz="1600" dirty="0"/>
              <a:t>Is the dataset realistic and noisy, or clean simulation results? Please state that in the manuscript.</a:t>
            </a:r>
          </a:p>
        </p:txBody>
      </p:sp>
      <p:sp>
        <p:nvSpPr>
          <p:cNvPr id="9" name="Rectangle 8">
            <a:extLst>
              <a:ext uri="{FF2B5EF4-FFF2-40B4-BE49-F238E27FC236}">
                <a16:creationId xmlns:a16="http://schemas.microsoft.com/office/drawing/2014/main" id="{938D226C-D404-4F3B-2954-69F5622CDACF}"/>
              </a:ext>
            </a:extLst>
          </p:cNvPr>
          <p:cNvSpPr/>
          <p:nvPr/>
        </p:nvSpPr>
        <p:spPr>
          <a:xfrm>
            <a:off x="7442947" y="2290395"/>
            <a:ext cx="4229100" cy="22772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DCAA0AB-69E2-8010-8A68-6D59FA51EEAA}"/>
              </a:ext>
            </a:extLst>
          </p:cNvPr>
          <p:cNvSpPr txBox="1"/>
          <p:nvPr/>
        </p:nvSpPr>
        <p:spPr>
          <a:xfrm>
            <a:off x="7567245" y="2475034"/>
            <a:ext cx="3867410" cy="1815882"/>
          </a:xfrm>
          <a:prstGeom prst="rect">
            <a:avLst/>
          </a:prstGeom>
          <a:noFill/>
        </p:spPr>
        <p:txBody>
          <a:bodyPr wrap="square" rtlCol="0">
            <a:spAutoFit/>
          </a:bodyPr>
          <a:lstStyle/>
          <a:p>
            <a:pPr marL="342900" indent="-342900" algn="just">
              <a:buAutoNum type="arabicPeriod"/>
            </a:pPr>
            <a:r>
              <a:rPr lang="en-US" sz="1600" dirty="0"/>
              <a:t>Measurement-based data generation + noise</a:t>
            </a:r>
          </a:p>
          <a:p>
            <a:pPr marL="342900" indent="-342900" algn="just">
              <a:buAutoNum type="arabicPeriod"/>
            </a:pPr>
            <a:endParaRPr lang="en-US" sz="1600" dirty="0"/>
          </a:p>
          <a:p>
            <a:pPr marL="342900" indent="-342900" algn="just">
              <a:buAutoNum type="arabicPeriod"/>
            </a:pPr>
            <a:r>
              <a:rPr lang="en-US" sz="1600" dirty="0"/>
              <a:t>Try with different IBR structure</a:t>
            </a:r>
          </a:p>
          <a:p>
            <a:pPr marL="342900" indent="-342900" algn="just">
              <a:buAutoNum type="arabicPeriod"/>
            </a:pPr>
            <a:endParaRPr lang="en-US" sz="1600" dirty="0"/>
          </a:p>
          <a:p>
            <a:pPr marL="342900" indent="-342900" algn="just">
              <a:buAutoNum type="arabicPeriod"/>
            </a:pPr>
            <a:r>
              <a:rPr lang="en-US" sz="1600" dirty="0"/>
              <a:t>Stability sensitivity with prediction error/noise</a:t>
            </a:r>
          </a:p>
        </p:txBody>
      </p:sp>
      <p:sp>
        <p:nvSpPr>
          <p:cNvPr id="2" name="TextBox 1">
            <a:extLst>
              <a:ext uri="{FF2B5EF4-FFF2-40B4-BE49-F238E27FC236}">
                <a16:creationId xmlns:a16="http://schemas.microsoft.com/office/drawing/2014/main" id="{381766FE-4749-8CA2-CAD9-4E513FB04184}"/>
              </a:ext>
            </a:extLst>
          </p:cNvPr>
          <p:cNvSpPr txBox="1"/>
          <p:nvPr/>
        </p:nvSpPr>
        <p:spPr>
          <a:xfrm>
            <a:off x="254977" y="202223"/>
            <a:ext cx="3852850" cy="523220"/>
          </a:xfrm>
          <a:prstGeom prst="rect">
            <a:avLst/>
          </a:prstGeom>
          <a:noFill/>
        </p:spPr>
        <p:txBody>
          <a:bodyPr wrap="none" rtlCol="0">
            <a:spAutoFit/>
          </a:bodyPr>
          <a:lstStyle/>
          <a:p>
            <a:r>
              <a:rPr lang="en-US" sz="2800" dirty="0"/>
              <a:t>Reviewer 3’s comments</a:t>
            </a:r>
          </a:p>
        </p:txBody>
      </p:sp>
      <p:cxnSp>
        <p:nvCxnSpPr>
          <p:cNvPr id="3" name="Straight Arrow Connector 2">
            <a:extLst>
              <a:ext uri="{FF2B5EF4-FFF2-40B4-BE49-F238E27FC236}">
                <a16:creationId xmlns:a16="http://schemas.microsoft.com/office/drawing/2014/main" id="{8E61DB6B-6B63-9598-FC89-D93E81881FEA}"/>
              </a:ext>
            </a:extLst>
          </p:cNvPr>
          <p:cNvCxnSpPr>
            <a:cxnSpLocks/>
          </p:cNvCxnSpPr>
          <p:nvPr/>
        </p:nvCxnSpPr>
        <p:spPr>
          <a:xfrm flipV="1">
            <a:off x="6122380" y="2725615"/>
            <a:ext cx="1444865" cy="226841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2852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3E8FB-9C08-1BF5-F360-B427233CC8A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5954B3F-5F60-542B-2600-A6BBBFD98643}"/>
              </a:ext>
            </a:extLst>
          </p:cNvPr>
          <p:cNvSpPr/>
          <p:nvPr/>
        </p:nvSpPr>
        <p:spPr>
          <a:xfrm>
            <a:off x="369278" y="1222131"/>
            <a:ext cx="5811714" cy="53552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53793F0-9F5D-55DB-D061-C43D3FCA86D2}"/>
              </a:ext>
            </a:extLst>
          </p:cNvPr>
          <p:cNvSpPr txBox="1"/>
          <p:nvPr/>
        </p:nvSpPr>
        <p:spPr>
          <a:xfrm>
            <a:off x="493575" y="1560633"/>
            <a:ext cx="5576047" cy="5016758"/>
          </a:xfrm>
          <a:prstGeom prst="rect">
            <a:avLst/>
          </a:prstGeom>
          <a:noFill/>
        </p:spPr>
        <p:txBody>
          <a:bodyPr wrap="square" rtlCol="0">
            <a:spAutoFit/>
          </a:bodyPr>
          <a:lstStyle/>
          <a:p>
            <a:pPr marL="342900" indent="-342900" algn="just">
              <a:buAutoNum type="arabicPeriod"/>
            </a:pPr>
            <a:r>
              <a:rPr lang="en-US" sz="1600" dirty="0"/>
              <a:t>In Case 3, the local transfer learning model is pretrained only on IBR4 (100 samples), whereas the federated transfer learning model leverages data from IBR2–IBR9 (1670 samples in total). Since the pretraining data scale differs substantially between the two settings, it is unclear whether the reported performance improvement stems from the federated mechanism itself or from the larger and more diverse pretraining dataset. It would strengthen the manuscript if the authors could clarify this point or provide an additional controlled experiment where the total pretraining data size is comparable across methods. </a:t>
            </a:r>
          </a:p>
          <a:p>
            <a:pPr marL="342900" indent="-342900" algn="just">
              <a:buAutoNum type="arabicPeriod"/>
            </a:pPr>
            <a:r>
              <a:rPr lang="en-US" sz="1600" dirty="0"/>
              <a:t>In Case 4, the stability analysis is conducted under a single operating condition. Could the author clarify whether prediction errors might lead to a potential misinterpretation of stability? </a:t>
            </a:r>
          </a:p>
          <a:p>
            <a:pPr marL="342900" indent="-342900" algn="just">
              <a:buAutoNum type="arabicPeriod"/>
            </a:pPr>
            <a:r>
              <a:rPr lang="en-US" sz="1600" dirty="0"/>
              <a:t>The manuscript notes that the framework is potentially applicable to grid-forming inverters, however, could the proposed </a:t>
            </a:r>
            <a:r>
              <a:rPr lang="en-US" sz="1600" dirty="0" err="1"/>
              <a:t>FedAvgIm</a:t>
            </a:r>
            <a:r>
              <a:rPr lang="en-US" sz="1600" dirty="0"/>
              <a:t> framework be extended to mixed GFL–GFM systems?</a:t>
            </a:r>
          </a:p>
        </p:txBody>
      </p:sp>
      <p:sp>
        <p:nvSpPr>
          <p:cNvPr id="9" name="Rectangle 8">
            <a:extLst>
              <a:ext uri="{FF2B5EF4-FFF2-40B4-BE49-F238E27FC236}">
                <a16:creationId xmlns:a16="http://schemas.microsoft.com/office/drawing/2014/main" id="{9AA66B35-D1AB-8A00-F901-6279F796C4D3}"/>
              </a:ext>
            </a:extLst>
          </p:cNvPr>
          <p:cNvSpPr/>
          <p:nvPr/>
        </p:nvSpPr>
        <p:spPr>
          <a:xfrm>
            <a:off x="7442947" y="2290395"/>
            <a:ext cx="4229100" cy="22772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BC4EA7D-3DDC-E227-7362-4E082DC7A07C}"/>
              </a:ext>
            </a:extLst>
          </p:cNvPr>
          <p:cNvSpPr txBox="1"/>
          <p:nvPr/>
        </p:nvSpPr>
        <p:spPr>
          <a:xfrm>
            <a:off x="7567245" y="2475034"/>
            <a:ext cx="3867410" cy="1815882"/>
          </a:xfrm>
          <a:prstGeom prst="rect">
            <a:avLst/>
          </a:prstGeom>
          <a:noFill/>
        </p:spPr>
        <p:txBody>
          <a:bodyPr wrap="square" rtlCol="0">
            <a:spAutoFit/>
          </a:bodyPr>
          <a:lstStyle/>
          <a:p>
            <a:pPr marL="342900" indent="-342900" algn="just">
              <a:buAutoNum type="arabicPeriod"/>
            </a:pPr>
            <a:r>
              <a:rPr lang="en-US" sz="1600" dirty="0"/>
              <a:t>Measurement-based data generation + noise</a:t>
            </a:r>
          </a:p>
          <a:p>
            <a:pPr marL="342900" indent="-342900" algn="just">
              <a:buAutoNum type="arabicPeriod"/>
            </a:pPr>
            <a:endParaRPr lang="en-US" sz="1600" dirty="0"/>
          </a:p>
          <a:p>
            <a:pPr marL="342900" indent="-342900" algn="just">
              <a:buAutoNum type="arabicPeriod"/>
            </a:pPr>
            <a:r>
              <a:rPr lang="en-US" sz="1600" dirty="0"/>
              <a:t>Try with different IBR structure</a:t>
            </a:r>
          </a:p>
          <a:p>
            <a:pPr marL="342900" indent="-342900" algn="just">
              <a:buAutoNum type="arabicPeriod"/>
            </a:pPr>
            <a:endParaRPr lang="en-US" sz="1600" dirty="0"/>
          </a:p>
          <a:p>
            <a:pPr marL="342900" indent="-342900" algn="just">
              <a:buAutoNum type="arabicPeriod"/>
            </a:pPr>
            <a:r>
              <a:rPr lang="en-US" sz="1600" dirty="0"/>
              <a:t>Stability sensitivity with prediction error/noise</a:t>
            </a:r>
          </a:p>
        </p:txBody>
      </p:sp>
      <p:sp>
        <p:nvSpPr>
          <p:cNvPr id="2" name="TextBox 1">
            <a:extLst>
              <a:ext uri="{FF2B5EF4-FFF2-40B4-BE49-F238E27FC236}">
                <a16:creationId xmlns:a16="http://schemas.microsoft.com/office/drawing/2014/main" id="{23014971-BA2D-1B78-5B65-2BEBE2EA6E22}"/>
              </a:ext>
            </a:extLst>
          </p:cNvPr>
          <p:cNvSpPr txBox="1"/>
          <p:nvPr/>
        </p:nvSpPr>
        <p:spPr>
          <a:xfrm>
            <a:off x="254977" y="202223"/>
            <a:ext cx="3852850" cy="523220"/>
          </a:xfrm>
          <a:prstGeom prst="rect">
            <a:avLst/>
          </a:prstGeom>
          <a:noFill/>
        </p:spPr>
        <p:txBody>
          <a:bodyPr wrap="none" rtlCol="0">
            <a:spAutoFit/>
          </a:bodyPr>
          <a:lstStyle/>
          <a:p>
            <a:r>
              <a:rPr lang="en-US" sz="2800" dirty="0"/>
              <a:t>Reviewer 4’s comments</a:t>
            </a:r>
          </a:p>
        </p:txBody>
      </p:sp>
      <p:cxnSp>
        <p:nvCxnSpPr>
          <p:cNvPr id="3" name="Straight Arrow Connector 2">
            <a:extLst>
              <a:ext uri="{FF2B5EF4-FFF2-40B4-BE49-F238E27FC236}">
                <a16:creationId xmlns:a16="http://schemas.microsoft.com/office/drawing/2014/main" id="{AFD6EFEA-032D-7AB5-CFDD-E6F522E83078}"/>
              </a:ext>
            </a:extLst>
          </p:cNvPr>
          <p:cNvCxnSpPr>
            <a:cxnSpLocks/>
          </p:cNvCxnSpPr>
          <p:nvPr/>
        </p:nvCxnSpPr>
        <p:spPr>
          <a:xfrm flipV="1">
            <a:off x="6122380" y="3975289"/>
            <a:ext cx="1513394" cy="1018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0654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90DF7-D115-319B-35ED-1ABC0A7E4AB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F8D3109-7EAE-5FF8-F689-4A6D2A013796}"/>
              </a:ext>
            </a:extLst>
          </p:cNvPr>
          <p:cNvSpPr/>
          <p:nvPr/>
        </p:nvSpPr>
        <p:spPr>
          <a:xfrm>
            <a:off x="369278" y="1222131"/>
            <a:ext cx="5811714" cy="33454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AEA63EF-1E0D-9A47-89AA-E294B063E3D0}"/>
              </a:ext>
            </a:extLst>
          </p:cNvPr>
          <p:cNvSpPr txBox="1"/>
          <p:nvPr/>
        </p:nvSpPr>
        <p:spPr>
          <a:xfrm>
            <a:off x="493575" y="1560633"/>
            <a:ext cx="5576047" cy="2800767"/>
          </a:xfrm>
          <a:prstGeom prst="rect">
            <a:avLst/>
          </a:prstGeom>
          <a:noFill/>
        </p:spPr>
        <p:txBody>
          <a:bodyPr wrap="square" rtlCol="0">
            <a:spAutoFit/>
          </a:bodyPr>
          <a:lstStyle/>
          <a:p>
            <a:pPr marL="342900" indent="-342900" algn="just">
              <a:buAutoNum type="arabicPeriod"/>
            </a:pPr>
            <a:r>
              <a:rPr lang="en-US" sz="1600" dirty="0"/>
              <a:t>Are the </a:t>
            </a:r>
            <a:r>
              <a:rPr lang="en-US" sz="1600" dirty="0" err="1"/>
              <a:t>dq</a:t>
            </a:r>
            <a:r>
              <a:rPr lang="en-US" sz="1600" dirty="0"/>
              <a:t> admittance data estimated using the proposed method accurate enough for direct application in small-signal stability analysis? The article provides only one example. If numerical errors in the admittance lead to incorrect estimation results in practical applications, what would be the consequences? Can the confidence level of the stability prediction results be quantified? </a:t>
            </a:r>
          </a:p>
          <a:p>
            <a:pPr marL="342900" indent="-342900" algn="just">
              <a:buAutoNum type="arabicPeriod"/>
            </a:pPr>
            <a:endParaRPr lang="en-US" sz="1600" dirty="0"/>
          </a:p>
          <a:p>
            <a:pPr marL="342900" indent="-342900" algn="just">
              <a:buAutoNum type="arabicPeriod"/>
            </a:pPr>
            <a:r>
              <a:rPr lang="en-US" sz="1600" dirty="0"/>
              <a:t>Additionally, at the end of the first chapter, a logical overview of the remaining chapters should be provided in accordance with standard writing conventions.</a:t>
            </a:r>
          </a:p>
        </p:txBody>
      </p:sp>
      <p:sp>
        <p:nvSpPr>
          <p:cNvPr id="9" name="Rectangle 8">
            <a:extLst>
              <a:ext uri="{FF2B5EF4-FFF2-40B4-BE49-F238E27FC236}">
                <a16:creationId xmlns:a16="http://schemas.microsoft.com/office/drawing/2014/main" id="{66F8B288-B01E-115C-6179-4A10FE93F9D3}"/>
              </a:ext>
            </a:extLst>
          </p:cNvPr>
          <p:cNvSpPr/>
          <p:nvPr/>
        </p:nvSpPr>
        <p:spPr>
          <a:xfrm>
            <a:off x="7442947" y="2290395"/>
            <a:ext cx="4229100" cy="22772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1949BC8-BB5B-1B38-66C8-C51412FECBB0}"/>
              </a:ext>
            </a:extLst>
          </p:cNvPr>
          <p:cNvSpPr txBox="1"/>
          <p:nvPr/>
        </p:nvSpPr>
        <p:spPr>
          <a:xfrm>
            <a:off x="7567245" y="2475034"/>
            <a:ext cx="3867410" cy="1815882"/>
          </a:xfrm>
          <a:prstGeom prst="rect">
            <a:avLst/>
          </a:prstGeom>
          <a:noFill/>
        </p:spPr>
        <p:txBody>
          <a:bodyPr wrap="square" rtlCol="0">
            <a:spAutoFit/>
          </a:bodyPr>
          <a:lstStyle/>
          <a:p>
            <a:pPr marL="342900" indent="-342900" algn="just">
              <a:buAutoNum type="arabicPeriod"/>
            </a:pPr>
            <a:r>
              <a:rPr lang="en-US" sz="1600" dirty="0"/>
              <a:t>Measurement-based data generation + noise</a:t>
            </a:r>
          </a:p>
          <a:p>
            <a:pPr marL="342900" indent="-342900" algn="just">
              <a:buAutoNum type="arabicPeriod"/>
            </a:pPr>
            <a:endParaRPr lang="en-US" sz="1600" dirty="0"/>
          </a:p>
          <a:p>
            <a:pPr marL="342900" indent="-342900" algn="just">
              <a:buAutoNum type="arabicPeriod"/>
            </a:pPr>
            <a:r>
              <a:rPr lang="en-US" sz="1600" dirty="0"/>
              <a:t>Try with different IBR structure</a:t>
            </a:r>
          </a:p>
          <a:p>
            <a:pPr marL="342900" indent="-342900" algn="just">
              <a:buAutoNum type="arabicPeriod"/>
            </a:pPr>
            <a:endParaRPr lang="en-US" sz="1600" dirty="0"/>
          </a:p>
          <a:p>
            <a:pPr marL="342900" indent="-342900" algn="just">
              <a:buAutoNum type="arabicPeriod"/>
            </a:pPr>
            <a:r>
              <a:rPr lang="en-US" sz="1600" dirty="0"/>
              <a:t>Stability sensitivity with prediction error/noise</a:t>
            </a:r>
          </a:p>
        </p:txBody>
      </p:sp>
      <p:sp>
        <p:nvSpPr>
          <p:cNvPr id="2" name="TextBox 1">
            <a:extLst>
              <a:ext uri="{FF2B5EF4-FFF2-40B4-BE49-F238E27FC236}">
                <a16:creationId xmlns:a16="http://schemas.microsoft.com/office/drawing/2014/main" id="{CDAA69C2-D006-1DCA-B350-98DD78FABBAF}"/>
              </a:ext>
            </a:extLst>
          </p:cNvPr>
          <p:cNvSpPr txBox="1"/>
          <p:nvPr/>
        </p:nvSpPr>
        <p:spPr>
          <a:xfrm>
            <a:off x="254977" y="202223"/>
            <a:ext cx="3852850" cy="523220"/>
          </a:xfrm>
          <a:prstGeom prst="rect">
            <a:avLst/>
          </a:prstGeom>
          <a:noFill/>
        </p:spPr>
        <p:txBody>
          <a:bodyPr wrap="none" rtlCol="0">
            <a:spAutoFit/>
          </a:bodyPr>
          <a:lstStyle/>
          <a:p>
            <a:r>
              <a:rPr lang="en-US" sz="2800" dirty="0"/>
              <a:t>Reviewer 5’s comments</a:t>
            </a:r>
          </a:p>
        </p:txBody>
      </p:sp>
      <p:cxnSp>
        <p:nvCxnSpPr>
          <p:cNvPr id="3" name="Straight Arrow Connector 2">
            <a:extLst>
              <a:ext uri="{FF2B5EF4-FFF2-40B4-BE49-F238E27FC236}">
                <a16:creationId xmlns:a16="http://schemas.microsoft.com/office/drawing/2014/main" id="{D643ABA1-0B6B-B188-44CB-0BD261A9E546}"/>
              </a:ext>
            </a:extLst>
          </p:cNvPr>
          <p:cNvCxnSpPr>
            <a:cxnSpLocks/>
          </p:cNvCxnSpPr>
          <p:nvPr/>
        </p:nvCxnSpPr>
        <p:spPr>
          <a:xfrm>
            <a:off x="5688623" y="3059723"/>
            <a:ext cx="1947151" cy="91556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7214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FADEF-2A8C-E6A9-EA9B-88E3FA08C3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7EAF8E-4EF5-3798-C0DF-4B6A388FFA54}"/>
              </a:ext>
            </a:extLst>
          </p:cNvPr>
          <p:cNvSpPr txBox="1"/>
          <p:nvPr/>
        </p:nvSpPr>
        <p:spPr>
          <a:xfrm>
            <a:off x="254977" y="202223"/>
            <a:ext cx="1679306" cy="523220"/>
          </a:xfrm>
          <a:prstGeom prst="rect">
            <a:avLst/>
          </a:prstGeom>
          <a:noFill/>
        </p:spPr>
        <p:txBody>
          <a:bodyPr wrap="none" rtlCol="0">
            <a:spAutoFit/>
          </a:bodyPr>
          <a:lstStyle/>
          <a:p>
            <a:r>
              <a:rPr lang="en-US" sz="2800" dirty="0"/>
              <a:t>Summary</a:t>
            </a:r>
          </a:p>
        </p:txBody>
      </p:sp>
      <p:sp>
        <p:nvSpPr>
          <p:cNvPr id="4" name="Rectangle 3">
            <a:extLst>
              <a:ext uri="{FF2B5EF4-FFF2-40B4-BE49-F238E27FC236}">
                <a16:creationId xmlns:a16="http://schemas.microsoft.com/office/drawing/2014/main" id="{9AA6BFB9-DE76-5081-451A-5F46AA697BD9}"/>
              </a:ext>
            </a:extLst>
          </p:cNvPr>
          <p:cNvSpPr/>
          <p:nvPr/>
        </p:nvSpPr>
        <p:spPr>
          <a:xfrm>
            <a:off x="7442947" y="2290395"/>
            <a:ext cx="4229100" cy="22772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D49971E-C6EC-6323-F005-4A8514A7B9FD}"/>
              </a:ext>
            </a:extLst>
          </p:cNvPr>
          <p:cNvSpPr txBox="1"/>
          <p:nvPr/>
        </p:nvSpPr>
        <p:spPr>
          <a:xfrm>
            <a:off x="7567245" y="2475034"/>
            <a:ext cx="3867410" cy="1815882"/>
          </a:xfrm>
          <a:prstGeom prst="rect">
            <a:avLst/>
          </a:prstGeom>
          <a:noFill/>
        </p:spPr>
        <p:txBody>
          <a:bodyPr wrap="square" rtlCol="0">
            <a:spAutoFit/>
          </a:bodyPr>
          <a:lstStyle/>
          <a:p>
            <a:pPr marL="342900" indent="-342900" algn="just">
              <a:buAutoNum type="arabicPeriod"/>
            </a:pPr>
            <a:r>
              <a:rPr lang="en-US" sz="1600" dirty="0"/>
              <a:t>Measurement-based data generation + noise</a:t>
            </a:r>
          </a:p>
          <a:p>
            <a:pPr marL="342900" indent="-342900" algn="just">
              <a:buAutoNum type="arabicPeriod"/>
            </a:pPr>
            <a:endParaRPr lang="en-US" sz="1600" dirty="0"/>
          </a:p>
          <a:p>
            <a:pPr marL="342900" indent="-342900" algn="just">
              <a:buAutoNum type="arabicPeriod"/>
            </a:pPr>
            <a:r>
              <a:rPr lang="en-US" sz="1600" dirty="0"/>
              <a:t>Try with different IBR structure</a:t>
            </a:r>
          </a:p>
          <a:p>
            <a:pPr marL="342900" indent="-342900" algn="just">
              <a:buAutoNum type="arabicPeriod"/>
            </a:pPr>
            <a:endParaRPr lang="en-US" sz="1600" dirty="0"/>
          </a:p>
          <a:p>
            <a:pPr marL="342900" indent="-342900" algn="just">
              <a:buAutoNum type="arabicPeriod"/>
            </a:pPr>
            <a:r>
              <a:rPr lang="en-US" sz="1600" dirty="0"/>
              <a:t>Stability sensitivity with prediction error/noise</a:t>
            </a:r>
          </a:p>
        </p:txBody>
      </p:sp>
      <p:sp>
        <p:nvSpPr>
          <p:cNvPr id="12" name="TextBox 11">
            <a:extLst>
              <a:ext uri="{FF2B5EF4-FFF2-40B4-BE49-F238E27FC236}">
                <a16:creationId xmlns:a16="http://schemas.microsoft.com/office/drawing/2014/main" id="{3D0A2564-1456-4C15-D8D6-084FFDA41716}"/>
              </a:ext>
            </a:extLst>
          </p:cNvPr>
          <p:cNvSpPr txBox="1"/>
          <p:nvPr/>
        </p:nvSpPr>
        <p:spPr>
          <a:xfrm>
            <a:off x="519953" y="2290395"/>
            <a:ext cx="3867410" cy="2800767"/>
          </a:xfrm>
          <a:prstGeom prst="rect">
            <a:avLst/>
          </a:prstGeom>
          <a:noFill/>
        </p:spPr>
        <p:txBody>
          <a:bodyPr wrap="square" rtlCol="0">
            <a:spAutoFit/>
          </a:bodyPr>
          <a:lstStyle/>
          <a:p>
            <a:pPr marL="342900" indent="-342900" algn="just">
              <a:buAutoNum type="arabicPeriod"/>
            </a:pPr>
            <a:r>
              <a:rPr lang="en-US" sz="1600" dirty="0"/>
              <a:t>Prove that analytical model matches measurement-based</a:t>
            </a:r>
          </a:p>
          <a:p>
            <a:pPr algn="just"/>
            <a:r>
              <a:rPr lang="en-US" sz="1600" dirty="0"/>
              <a:t>        Compare training performance of analytical + noise, measurement noise, clean data =&gt; Doesn’t impact too much</a:t>
            </a:r>
          </a:p>
          <a:p>
            <a:pPr marL="342900" indent="-342900" algn="just">
              <a:buAutoNum type="arabicPeriod"/>
            </a:pPr>
            <a:endParaRPr lang="en-US" sz="1600" dirty="0"/>
          </a:p>
          <a:p>
            <a:pPr algn="just"/>
            <a:r>
              <a:rPr lang="en-US" sz="1600" dirty="0"/>
              <a:t>2. Replace LCL </a:t>
            </a:r>
            <a:r>
              <a:rPr lang="en-US" sz="1600"/>
              <a:t>with LC </a:t>
            </a:r>
            <a:r>
              <a:rPr lang="en-US" sz="1600" dirty="0"/>
              <a:t>(3 GFLI with L filter only)</a:t>
            </a:r>
          </a:p>
          <a:p>
            <a:pPr marL="342900" indent="-342900" algn="just">
              <a:buAutoNum type="arabicPeriod"/>
            </a:pPr>
            <a:endParaRPr lang="en-US" sz="1600" dirty="0"/>
          </a:p>
          <a:p>
            <a:pPr algn="just"/>
            <a:r>
              <a:rPr lang="en-US" sz="1600" dirty="0"/>
              <a:t>3. Add 2% error directly to impedance model then plot Nyquist</a:t>
            </a:r>
          </a:p>
        </p:txBody>
      </p:sp>
    </p:spTree>
    <p:extLst>
      <p:ext uri="{BB962C8B-B14F-4D97-AF65-F5344CB8AC3E}">
        <p14:creationId xmlns:p14="http://schemas.microsoft.com/office/powerpoint/2010/main" val="1082632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1047</TotalTime>
  <Words>789</Words>
  <Application>Microsoft Office PowerPoint</Application>
  <PresentationFormat>Widescreen</PresentationFormat>
  <Paragraphs>67</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Learning-Based Impedance Identification for Stability Analysis of IBR-dominated Grids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Hoang, Quang Manh</dc:creator>
  <cp:lastModifiedBy>Hoang, Quang Manh</cp:lastModifiedBy>
  <cp:revision>1</cp:revision>
  <dcterms:created xsi:type="dcterms:W3CDTF">2025-11-07T16:42:41Z</dcterms:created>
  <dcterms:modified xsi:type="dcterms:W3CDTF">2026-04-25T15:07:48Z</dcterms:modified>
</cp:coreProperties>
</file>