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63EC7B0-A28F-4105-A337-5F7B9D0E7557}" v="91" dt="2025-12-01T19:59:30.4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7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oang, Quang Manh" userId="1c61224f-ec88-4d4b-ad8c-d1c568721deb" providerId="ADAL" clId="{1A4E9071-D4A9-4D30-A7D1-538CF7032776}"/>
    <pc:docChg chg="undo custSel addSld delSld modSld sldOrd">
      <pc:chgData name="Hoang, Quang Manh" userId="1c61224f-ec88-4d4b-ad8c-d1c568721deb" providerId="ADAL" clId="{1A4E9071-D4A9-4D30-A7D1-538CF7032776}" dt="2025-12-01T20:02:02.703" v="3103" actId="20577"/>
      <pc:docMkLst>
        <pc:docMk/>
      </pc:docMkLst>
      <pc:sldChg chg="addSp delSp modSp new mod">
        <pc:chgData name="Hoang, Quang Manh" userId="1c61224f-ec88-4d4b-ad8c-d1c568721deb" providerId="ADAL" clId="{1A4E9071-D4A9-4D30-A7D1-538CF7032776}" dt="2025-12-01T20:02:02.703" v="3103" actId="20577"/>
        <pc:sldMkLst>
          <pc:docMk/>
          <pc:sldMk cId="559955231" sldId="256"/>
        </pc:sldMkLst>
        <pc:spChg chg="add mod">
          <ac:chgData name="Hoang, Quang Manh" userId="1c61224f-ec88-4d4b-ad8c-d1c568721deb" providerId="ADAL" clId="{1A4E9071-D4A9-4D30-A7D1-538CF7032776}" dt="2025-12-01T19:30:26.259" v="2374" actId="20577"/>
          <ac:spMkLst>
            <pc:docMk/>
            <pc:sldMk cId="559955231" sldId="256"/>
            <ac:spMk id="4" creationId="{A03EABE9-BFA2-0372-F8B3-6E6B9FC7E4CE}"/>
          </ac:spMkLst>
        </pc:spChg>
        <pc:spChg chg="add del mod">
          <ac:chgData name="Hoang, Quang Manh" userId="1c61224f-ec88-4d4b-ad8c-d1c568721deb" providerId="ADAL" clId="{1A4E9071-D4A9-4D30-A7D1-538CF7032776}" dt="2025-12-01T19:40:36.712" v="2378" actId="478"/>
          <ac:spMkLst>
            <pc:docMk/>
            <pc:sldMk cId="559955231" sldId="256"/>
            <ac:spMk id="5" creationId="{906A2FF9-4019-7F45-EBEA-886DFD532E19}"/>
          </ac:spMkLst>
        </pc:spChg>
        <pc:spChg chg="add mod">
          <ac:chgData name="Hoang, Quang Manh" userId="1c61224f-ec88-4d4b-ad8c-d1c568721deb" providerId="ADAL" clId="{1A4E9071-D4A9-4D30-A7D1-538CF7032776}" dt="2025-12-01T20:02:02.703" v="3103" actId="20577"/>
          <ac:spMkLst>
            <pc:docMk/>
            <pc:sldMk cId="559955231" sldId="256"/>
            <ac:spMk id="7" creationId="{1835E67F-ABBE-6FE0-DA4F-7902658B0426}"/>
          </ac:spMkLst>
        </pc:spChg>
        <pc:spChg chg="add mod">
          <ac:chgData name="Hoang, Quang Manh" userId="1c61224f-ec88-4d4b-ad8c-d1c568721deb" providerId="ADAL" clId="{1A4E9071-D4A9-4D30-A7D1-538CF7032776}" dt="2025-12-01T19:52:32.215" v="2915" actId="693"/>
          <ac:spMkLst>
            <pc:docMk/>
            <pc:sldMk cId="559955231" sldId="256"/>
            <ac:spMk id="11" creationId="{CE460B5C-285C-DAFE-8ADB-40BBC1E16968}"/>
          </ac:spMkLst>
        </pc:spChg>
        <pc:spChg chg="add del mod">
          <ac:chgData name="Hoang, Quang Manh" userId="1c61224f-ec88-4d4b-ad8c-d1c568721deb" providerId="ADAL" clId="{1A4E9071-D4A9-4D30-A7D1-538CF7032776}" dt="2025-12-01T19:40:36.713" v="2380"/>
          <ac:spMkLst>
            <pc:docMk/>
            <pc:sldMk cId="559955231" sldId="256"/>
            <ac:spMk id="14" creationId="{52D4A575-FDBB-861F-9E29-E8894BCB82C5}"/>
          </ac:spMkLst>
        </pc:spChg>
        <pc:spChg chg="add del mod">
          <ac:chgData name="Hoang, Quang Manh" userId="1c61224f-ec88-4d4b-ad8c-d1c568721deb" providerId="ADAL" clId="{1A4E9071-D4A9-4D30-A7D1-538CF7032776}" dt="2025-12-01T19:53:20.934" v="2931" actId="478"/>
          <ac:spMkLst>
            <pc:docMk/>
            <pc:sldMk cId="559955231" sldId="256"/>
            <ac:spMk id="17" creationId="{AEDC03E8-B85D-1CF1-B5B9-E8E4AA64F683}"/>
          </ac:spMkLst>
        </pc:spChg>
        <pc:spChg chg="add mod">
          <ac:chgData name="Hoang, Quang Manh" userId="1c61224f-ec88-4d4b-ad8c-d1c568721deb" providerId="ADAL" clId="{1A4E9071-D4A9-4D30-A7D1-538CF7032776}" dt="2025-12-01T19:53:36.441" v="2935" actId="208"/>
          <ac:spMkLst>
            <pc:docMk/>
            <pc:sldMk cId="559955231" sldId="256"/>
            <ac:spMk id="18" creationId="{75DB1229-FA05-93CB-B19B-B26AFF1ABE0A}"/>
          </ac:spMkLst>
        </pc:spChg>
        <pc:spChg chg="add mod">
          <ac:chgData name="Hoang, Quang Manh" userId="1c61224f-ec88-4d4b-ad8c-d1c568721deb" providerId="ADAL" clId="{1A4E9071-D4A9-4D30-A7D1-538CF7032776}" dt="2025-12-01T19:59:38.370" v="3043" actId="14100"/>
          <ac:spMkLst>
            <pc:docMk/>
            <pc:sldMk cId="559955231" sldId="256"/>
            <ac:spMk id="19" creationId="{1F530683-D77C-D58D-9EF1-FBA3216FB393}"/>
          </ac:spMkLst>
        </pc:spChg>
        <pc:picChg chg="add mod">
          <ac:chgData name="Hoang, Quang Manh" userId="1c61224f-ec88-4d4b-ad8c-d1c568721deb" providerId="ADAL" clId="{1A4E9071-D4A9-4D30-A7D1-538CF7032776}" dt="2025-12-01T19:59:30.435" v="3032" actId="1076"/>
          <ac:picMkLst>
            <pc:docMk/>
            <pc:sldMk cId="559955231" sldId="256"/>
            <ac:picMk id="2" creationId="{A146C798-EF38-970B-30F1-6DB3737C2E61}"/>
          </ac:picMkLst>
        </pc:picChg>
        <pc:picChg chg="add mod">
          <ac:chgData name="Hoang, Quang Manh" userId="1c61224f-ec88-4d4b-ad8c-d1c568721deb" providerId="ADAL" clId="{1A4E9071-D4A9-4D30-A7D1-538CF7032776}" dt="2025-12-01T19:59:30.435" v="3032" actId="1076"/>
          <ac:picMkLst>
            <pc:docMk/>
            <pc:sldMk cId="559955231" sldId="256"/>
            <ac:picMk id="3" creationId="{3A0E9A50-D006-74FB-B0A4-8A74C0CD7021}"/>
          </ac:picMkLst>
        </pc:picChg>
        <pc:picChg chg="add mod">
          <ac:chgData name="Hoang, Quang Manh" userId="1c61224f-ec88-4d4b-ad8c-d1c568721deb" providerId="ADAL" clId="{1A4E9071-D4A9-4D30-A7D1-538CF7032776}" dt="2025-12-01T19:59:30.435" v="3032" actId="1076"/>
          <ac:picMkLst>
            <pc:docMk/>
            <pc:sldMk cId="559955231" sldId="256"/>
            <ac:picMk id="6" creationId="{8AA13913-2118-4ED5-217A-3626B24DE8FC}"/>
          </ac:picMkLst>
        </pc:picChg>
        <pc:picChg chg="add mod">
          <ac:chgData name="Hoang, Quang Manh" userId="1c61224f-ec88-4d4b-ad8c-d1c568721deb" providerId="ADAL" clId="{1A4E9071-D4A9-4D30-A7D1-538CF7032776}" dt="2025-12-01T19:51:49.010" v="2910" actId="1076"/>
          <ac:picMkLst>
            <pc:docMk/>
            <pc:sldMk cId="559955231" sldId="256"/>
            <ac:picMk id="8" creationId="{9EE2919F-0312-EBB1-1301-6F4C4E78E1CE}"/>
          </ac:picMkLst>
        </pc:picChg>
        <pc:picChg chg="add mod">
          <ac:chgData name="Hoang, Quang Manh" userId="1c61224f-ec88-4d4b-ad8c-d1c568721deb" providerId="ADAL" clId="{1A4E9071-D4A9-4D30-A7D1-538CF7032776}" dt="2025-12-01T19:53:09.789" v="2927" actId="1076"/>
          <ac:picMkLst>
            <pc:docMk/>
            <pc:sldMk cId="559955231" sldId="256"/>
            <ac:picMk id="12" creationId="{C14B35A8-41D7-70EA-94B2-AC6C54CC5FD8}"/>
          </ac:picMkLst>
        </pc:picChg>
        <pc:picChg chg="add del mod">
          <ac:chgData name="Hoang, Quang Manh" userId="1c61224f-ec88-4d4b-ad8c-d1c568721deb" providerId="ADAL" clId="{1A4E9071-D4A9-4D30-A7D1-538CF7032776}" dt="2025-12-01T19:53:00.234" v="2924" actId="478"/>
          <ac:picMkLst>
            <pc:docMk/>
            <pc:sldMk cId="559955231" sldId="256"/>
            <ac:picMk id="13" creationId="{F02E04C1-F232-BB25-9B79-5A228D7ED6BB}"/>
          </ac:picMkLst>
        </pc:picChg>
        <pc:picChg chg="add mod">
          <ac:chgData name="Hoang, Quang Manh" userId="1c61224f-ec88-4d4b-ad8c-d1c568721deb" providerId="ADAL" clId="{1A4E9071-D4A9-4D30-A7D1-538CF7032776}" dt="2025-12-01T19:53:06.323" v="2925" actId="1076"/>
          <ac:picMkLst>
            <pc:docMk/>
            <pc:sldMk cId="559955231" sldId="256"/>
            <ac:picMk id="15" creationId="{5AAF5D26-86CB-5355-8033-79EDDC56B719}"/>
          </ac:picMkLst>
        </pc:picChg>
        <pc:picChg chg="add del mod">
          <ac:chgData name="Hoang, Quang Manh" userId="1c61224f-ec88-4d4b-ad8c-d1c568721deb" providerId="ADAL" clId="{1A4E9071-D4A9-4D30-A7D1-538CF7032776}" dt="2025-12-01T19:52:58.581" v="2923" actId="478"/>
          <ac:picMkLst>
            <pc:docMk/>
            <pc:sldMk cId="559955231" sldId="256"/>
            <ac:picMk id="16" creationId="{1178E3AE-CB82-C86D-C7A5-C4D2B36C4335}"/>
          </ac:picMkLst>
        </pc:picChg>
        <pc:cxnChg chg="add del mod">
          <ac:chgData name="Hoang, Quang Manh" userId="1c61224f-ec88-4d4b-ad8c-d1c568721deb" providerId="ADAL" clId="{1A4E9071-D4A9-4D30-A7D1-538CF7032776}" dt="2025-12-01T19:52:10.070" v="2912" actId="478"/>
          <ac:cxnSpMkLst>
            <pc:docMk/>
            <pc:sldMk cId="559955231" sldId="256"/>
            <ac:cxnSpMk id="10" creationId="{E2314689-D2FB-8F2A-2EF0-080F3ADE7FFA}"/>
          </ac:cxnSpMkLst>
        </pc:cxnChg>
      </pc:sldChg>
      <pc:sldChg chg="addSp delSp modSp add mod">
        <pc:chgData name="Hoang, Quang Manh" userId="1c61224f-ec88-4d4b-ad8c-d1c568721deb" providerId="ADAL" clId="{1A4E9071-D4A9-4D30-A7D1-538CF7032776}" dt="2025-11-29T20:47:00.650" v="2333" actId="14100"/>
        <pc:sldMkLst>
          <pc:docMk/>
          <pc:sldMk cId="2086785833" sldId="258"/>
        </pc:sldMkLst>
        <pc:picChg chg="add mod">
          <ac:chgData name="Hoang, Quang Manh" userId="1c61224f-ec88-4d4b-ad8c-d1c568721deb" providerId="ADAL" clId="{1A4E9071-D4A9-4D30-A7D1-538CF7032776}" dt="2025-11-29T20:47:00.650" v="2333" actId="14100"/>
          <ac:picMkLst>
            <pc:docMk/>
            <pc:sldMk cId="2086785833" sldId="258"/>
            <ac:picMk id="2052" creationId="{08DEA035-7DA4-D8EB-C8B4-8DA383322A9C}"/>
          </ac:picMkLst>
        </pc:picChg>
      </pc:sldChg>
      <pc:sldChg chg="addSp delSp modSp add mod">
        <pc:chgData name="Hoang, Quang Manh" userId="1c61224f-ec88-4d4b-ad8c-d1c568721deb" providerId="ADAL" clId="{1A4E9071-D4A9-4D30-A7D1-538CF7032776}" dt="2025-11-29T20:48:37.019" v="2362" actId="1076"/>
        <pc:sldMkLst>
          <pc:docMk/>
          <pc:sldMk cId="3827276180" sldId="259"/>
        </pc:sldMkLst>
        <pc:spChg chg="mod">
          <ac:chgData name="Hoang, Quang Manh" userId="1c61224f-ec88-4d4b-ad8c-d1c568721deb" providerId="ADAL" clId="{1A4E9071-D4A9-4D30-A7D1-538CF7032776}" dt="2025-11-24T16:21:46.451" v="1342" actId="255"/>
          <ac:spMkLst>
            <pc:docMk/>
            <pc:sldMk cId="3827276180" sldId="259"/>
            <ac:spMk id="4" creationId="{CB92A60A-3347-3109-D5AC-15C26C67EE9B}"/>
          </ac:spMkLst>
        </pc:spChg>
        <pc:spChg chg="add mod">
          <ac:chgData name="Hoang, Quang Manh" userId="1c61224f-ec88-4d4b-ad8c-d1c568721deb" providerId="ADAL" clId="{1A4E9071-D4A9-4D30-A7D1-538CF7032776}" dt="2025-11-29T20:48:37.019" v="2362" actId="1076"/>
          <ac:spMkLst>
            <pc:docMk/>
            <pc:sldMk cId="3827276180" sldId="259"/>
            <ac:spMk id="7" creationId="{60F2900E-67FE-4E1F-BD5A-6F3B2D0DA51F}"/>
          </ac:spMkLst>
        </pc:spChg>
        <pc:spChg chg="add mod">
          <ac:chgData name="Hoang, Quang Manh" userId="1c61224f-ec88-4d4b-ad8c-d1c568721deb" providerId="ADAL" clId="{1A4E9071-D4A9-4D30-A7D1-538CF7032776}" dt="2025-11-29T20:48:15.938" v="2358" actId="1076"/>
          <ac:spMkLst>
            <pc:docMk/>
            <pc:sldMk cId="3827276180" sldId="259"/>
            <ac:spMk id="10" creationId="{BCA0B677-91A8-B976-D7BB-F281908FECF2}"/>
          </ac:spMkLst>
        </pc:spChg>
        <pc:spChg chg="add mod">
          <ac:chgData name="Hoang, Quang Manh" userId="1c61224f-ec88-4d4b-ad8c-d1c568721deb" providerId="ADAL" clId="{1A4E9071-D4A9-4D30-A7D1-538CF7032776}" dt="2025-11-29T20:48:28.170" v="2360" actId="1076"/>
          <ac:spMkLst>
            <pc:docMk/>
            <pc:sldMk cId="3827276180" sldId="259"/>
            <ac:spMk id="11" creationId="{253E5EFD-B763-69CD-DF2A-B250F820727A}"/>
          </ac:spMkLst>
        </pc:spChg>
        <pc:spChg chg="add mod">
          <ac:chgData name="Hoang, Quang Manh" userId="1c61224f-ec88-4d4b-ad8c-d1c568721deb" providerId="ADAL" clId="{1A4E9071-D4A9-4D30-A7D1-538CF7032776}" dt="2025-11-29T20:48:15.938" v="2358" actId="1076"/>
          <ac:spMkLst>
            <pc:docMk/>
            <pc:sldMk cId="3827276180" sldId="259"/>
            <ac:spMk id="12" creationId="{2A901595-5378-48A1-221B-773FA1FB3926}"/>
          </ac:spMkLst>
        </pc:spChg>
        <pc:spChg chg="add mod">
          <ac:chgData name="Hoang, Quang Manh" userId="1c61224f-ec88-4d4b-ad8c-d1c568721deb" providerId="ADAL" clId="{1A4E9071-D4A9-4D30-A7D1-538CF7032776}" dt="2025-11-29T20:48:33.363" v="2361" actId="1076"/>
          <ac:spMkLst>
            <pc:docMk/>
            <pc:sldMk cId="3827276180" sldId="259"/>
            <ac:spMk id="17" creationId="{54EC015A-906E-DA68-D5C7-422F551FE10E}"/>
          </ac:spMkLst>
        </pc:spChg>
        <pc:spChg chg="add mod">
          <ac:chgData name="Hoang, Quang Manh" userId="1c61224f-ec88-4d4b-ad8c-d1c568721deb" providerId="ADAL" clId="{1A4E9071-D4A9-4D30-A7D1-538CF7032776}" dt="2025-11-29T20:48:33.363" v="2361" actId="1076"/>
          <ac:spMkLst>
            <pc:docMk/>
            <pc:sldMk cId="3827276180" sldId="259"/>
            <ac:spMk id="18" creationId="{4B15F4EE-39D9-BD2A-8E7C-DA442A7FCBBB}"/>
          </ac:spMkLst>
        </pc:spChg>
        <pc:spChg chg="add mod">
          <ac:chgData name="Hoang, Quang Manh" userId="1c61224f-ec88-4d4b-ad8c-d1c568721deb" providerId="ADAL" clId="{1A4E9071-D4A9-4D30-A7D1-538CF7032776}" dt="2025-11-29T20:48:19.499" v="2359" actId="1076"/>
          <ac:spMkLst>
            <pc:docMk/>
            <pc:sldMk cId="3827276180" sldId="259"/>
            <ac:spMk id="19" creationId="{A03CB133-7E81-6BFE-0B37-CDFA7A5C1304}"/>
          </ac:spMkLst>
        </pc:spChg>
        <pc:spChg chg="add mod">
          <ac:chgData name="Hoang, Quang Manh" userId="1c61224f-ec88-4d4b-ad8c-d1c568721deb" providerId="ADAL" clId="{1A4E9071-D4A9-4D30-A7D1-538CF7032776}" dt="2025-11-29T20:48:19.499" v="2359" actId="1076"/>
          <ac:spMkLst>
            <pc:docMk/>
            <pc:sldMk cId="3827276180" sldId="259"/>
            <ac:spMk id="20" creationId="{E6BE15E3-A7A0-20C4-1013-F192FB5C7720}"/>
          </ac:spMkLst>
        </pc:spChg>
        <pc:spChg chg="add mod">
          <ac:chgData name="Hoang, Quang Manh" userId="1c61224f-ec88-4d4b-ad8c-d1c568721deb" providerId="ADAL" clId="{1A4E9071-D4A9-4D30-A7D1-538CF7032776}" dt="2025-11-29T20:48:33.363" v="2361" actId="1076"/>
          <ac:spMkLst>
            <pc:docMk/>
            <pc:sldMk cId="3827276180" sldId="259"/>
            <ac:spMk id="21" creationId="{2A6D55E7-3BF9-1E17-26B9-B94F8D713AA0}"/>
          </ac:spMkLst>
        </pc:spChg>
        <pc:spChg chg="add mod">
          <ac:chgData name="Hoang, Quang Manh" userId="1c61224f-ec88-4d4b-ad8c-d1c568721deb" providerId="ADAL" clId="{1A4E9071-D4A9-4D30-A7D1-538CF7032776}" dt="2025-11-29T20:48:19.499" v="2359" actId="1076"/>
          <ac:spMkLst>
            <pc:docMk/>
            <pc:sldMk cId="3827276180" sldId="259"/>
            <ac:spMk id="22" creationId="{E35AC37D-F898-D87D-D39A-CCDFCBDA84AD}"/>
          </ac:spMkLst>
        </pc:spChg>
        <pc:picChg chg="add mod">
          <ac:chgData name="Hoang, Quang Manh" userId="1c61224f-ec88-4d4b-ad8c-d1c568721deb" providerId="ADAL" clId="{1A4E9071-D4A9-4D30-A7D1-538CF7032776}" dt="2025-11-29T20:48:28.170" v="2360" actId="1076"/>
          <ac:picMkLst>
            <pc:docMk/>
            <pc:sldMk cId="3827276180" sldId="259"/>
            <ac:picMk id="6" creationId="{3AE25D1E-360E-E57F-60CE-E96B1F7FBD16}"/>
          </ac:picMkLst>
        </pc:picChg>
        <pc:picChg chg="add mod">
          <ac:chgData name="Hoang, Quang Manh" userId="1c61224f-ec88-4d4b-ad8c-d1c568721deb" providerId="ADAL" clId="{1A4E9071-D4A9-4D30-A7D1-538CF7032776}" dt="2025-11-29T20:48:15.938" v="2358" actId="1076"/>
          <ac:picMkLst>
            <pc:docMk/>
            <pc:sldMk cId="3827276180" sldId="259"/>
            <ac:picMk id="9" creationId="{E1B577ED-B272-CA66-ADBB-B6B426D6C1F7}"/>
          </ac:picMkLst>
        </pc:picChg>
        <pc:picChg chg="add mod">
          <ac:chgData name="Hoang, Quang Manh" userId="1c61224f-ec88-4d4b-ad8c-d1c568721deb" providerId="ADAL" clId="{1A4E9071-D4A9-4D30-A7D1-538CF7032776}" dt="2025-11-29T20:48:33.363" v="2361" actId="1076"/>
          <ac:picMkLst>
            <pc:docMk/>
            <pc:sldMk cId="3827276180" sldId="259"/>
            <ac:picMk id="14" creationId="{79C8174C-499A-F967-BFE2-5D12A0C65150}"/>
          </ac:picMkLst>
        </pc:picChg>
        <pc:picChg chg="add mod">
          <ac:chgData name="Hoang, Quang Manh" userId="1c61224f-ec88-4d4b-ad8c-d1c568721deb" providerId="ADAL" clId="{1A4E9071-D4A9-4D30-A7D1-538CF7032776}" dt="2025-11-29T20:48:19.499" v="2359" actId="1076"/>
          <ac:picMkLst>
            <pc:docMk/>
            <pc:sldMk cId="3827276180" sldId="259"/>
            <ac:picMk id="16" creationId="{00EBF704-3AE1-34B4-83D6-079871D0229D}"/>
          </ac:picMkLst>
        </pc:picChg>
      </pc:sldChg>
      <pc:sldChg chg="addSp delSp modSp add mod">
        <pc:chgData name="Hoang, Quang Manh" userId="1c61224f-ec88-4d4b-ad8c-d1c568721deb" providerId="ADAL" clId="{1A4E9071-D4A9-4D30-A7D1-538CF7032776}" dt="2025-11-29T20:48:59.785" v="2367" actId="1076"/>
        <pc:sldMkLst>
          <pc:docMk/>
          <pc:sldMk cId="2152546670" sldId="261"/>
        </pc:sldMkLst>
        <pc:spChg chg="mod">
          <ac:chgData name="Hoang, Quang Manh" userId="1c61224f-ec88-4d4b-ad8c-d1c568721deb" providerId="ADAL" clId="{1A4E9071-D4A9-4D30-A7D1-538CF7032776}" dt="2025-11-24T16:38:11.137" v="1981" actId="20577"/>
          <ac:spMkLst>
            <pc:docMk/>
            <pc:sldMk cId="2152546670" sldId="261"/>
            <ac:spMk id="4" creationId="{131E9FDD-C5C4-61B7-ECA3-6B57A20171EC}"/>
          </ac:spMkLst>
        </pc:spChg>
        <pc:picChg chg="add mod">
          <ac:chgData name="Hoang, Quang Manh" userId="1c61224f-ec88-4d4b-ad8c-d1c568721deb" providerId="ADAL" clId="{1A4E9071-D4A9-4D30-A7D1-538CF7032776}" dt="2025-11-29T20:46:31.242" v="2325" actId="1076"/>
          <ac:picMkLst>
            <pc:docMk/>
            <pc:sldMk cId="2152546670" sldId="261"/>
            <ac:picMk id="2" creationId="{AE8CFF51-DC0A-0965-D577-45F359B5B18E}"/>
          </ac:picMkLst>
        </pc:picChg>
        <pc:picChg chg="add mod">
          <ac:chgData name="Hoang, Quang Manh" userId="1c61224f-ec88-4d4b-ad8c-d1c568721deb" providerId="ADAL" clId="{1A4E9071-D4A9-4D30-A7D1-538CF7032776}" dt="2025-11-29T20:46:33.706" v="2326" actId="1076"/>
          <ac:picMkLst>
            <pc:docMk/>
            <pc:sldMk cId="2152546670" sldId="261"/>
            <ac:picMk id="3" creationId="{276A6413-562E-EA96-F577-CFFB081DFFFE}"/>
          </ac:picMkLst>
        </pc:picChg>
        <pc:picChg chg="add mod">
          <ac:chgData name="Hoang, Quang Manh" userId="1c61224f-ec88-4d4b-ad8c-d1c568721deb" providerId="ADAL" clId="{1A4E9071-D4A9-4D30-A7D1-538CF7032776}" dt="2025-11-29T20:48:59.785" v="2367" actId="1076"/>
          <ac:picMkLst>
            <pc:docMk/>
            <pc:sldMk cId="2152546670" sldId="261"/>
            <ac:picMk id="5" creationId="{2533CBFA-E69A-5D55-B2E7-8E1268D0864C}"/>
          </ac:picMkLst>
        </pc:picChg>
        <pc:picChg chg="add mod">
          <ac:chgData name="Hoang, Quang Manh" userId="1c61224f-ec88-4d4b-ad8c-d1c568721deb" providerId="ADAL" clId="{1A4E9071-D4A9-4D30-A7D1-538CF7032776}" dt="2025-11-29T20:48:58.434" v="2366" actId="1076"/>
          <ac:picMkLst>
            <pc:docMk/>
            <pc:sldMk cId="2152546670" sldId="261"/>
            <ac:picMk id="2050" creationId="{3BD81020-CC42-9954-6E25-BE957217201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CDFBE-5CA8-DD42-15B1-3A3B38096E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EE626C-54AB-A890-8E26-E4CAA132DC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D65F63-B7AA-10A5-99EE-70F457209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91373-5AE8-47FE-8859-972A7BBD39C1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51179C-2390-5203-B894-8C1005361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94B14F-814E-CD25-19FF-55B4AC563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47843-D9DE-4348-95D6-5CE0E30EBD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8619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CE5E3-F57F-60FD-6F19-6C94DAE05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5B57D3-20AE-661F-BEB2-59EC3FEA6B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BA2B3A-35DD-3F0E-07E6-D3174570D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91373-5AE8-47FE-8859-972A7BBD39C1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186257-35D8-73D3-DC56-A89330419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CC07BA-52A0-B64A-85D3-B55766CE0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47843-D9DE-4348-95D6-5CE0E30EBD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3399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E1BC6-4CE2-C0F7-F057-B9CFF35D5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9FC1E4-8850-700D-2E97-F449D5ED19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D85DB9-675A-8604-83A4-C6B5F59C9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91373-5AE8-47FE-8859-972A7BBD39C1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82A781-8ED9-8767-001B-BD26A31D8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98A4DA-C0D1-1CA9-75A3-420B89DD0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47843-D9DE-4348-95D6-5CE0E30EBD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6747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62548-8894-2DC8-25C9-757249153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41146D-83DA-66E2-7778-9A67B2B3A3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D46697-CB61-2EED-040A-7451FD9368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A8C652-45E4-3328-CDCB-821254779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91373-5AE8-47FE-8859-972A7BBD39C1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304698-66E9-FEAB-D3EB-EFEEA9532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D9712E-820A-6570-0ED7-36D776660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47843-D9DE-4348-95D6-5CE0E30EBD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5416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5170E-28F9-7DD2-9F57-AFDE55DC1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8A1C37-CD40-515A-F04F-B098306BB9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EF5423-F31E-D427-F887-68BDC91E66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031F7F-7A86-3F33-19E4-7941F7A8CD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417D2A-9653-530F-B699-4913A4B516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6510B9-A21C-4000-7235-216228E6C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91373-5AE8-47FE-8859-972A7BBD39C1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FFF450-49BA-6EEF-C079-27B0F009B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E11FBC-FAD9-DBCE-C87E-41D809395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47843-D9DE-4348-95D6-5CE0E30EBD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132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59D1E-6546-2EAF-54AC-A8EBEE188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606BF3-0327-6DFD-74FE-EB7422618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91373-5AE8-47FE-8859-972A7BBD39C1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C19226-5C1F-6955-0546-06EC7C6F2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876D25-AC3F-8595-8957-B3323FFE4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47843-D9DE-4348-95D6-5CE0E30EBD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637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64385F-51A7-2BAA-BF29-DBE164FF1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91373-5AE8-47FE-8859-972A7BBD39C1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E506F0-D816-78D3-F770-F4307B55B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347B3F-B192-4BEF-2BE9-5F0EC221E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47843-D9DE-4348-95D6-5CE0E30EBD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2211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FF093-C9A4-9C6C-A70F-806C649F28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A1E5C9-FDB6-8AC4-DF8C-92F6E8A242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933DEF-A31C-072E-324D-AC2CAA8E07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4E20CB-9B5C-63A0-A2CF-F8C07A346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91373-5AE8-47FE-8859-972A7BBD39C1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E2392B-740D-01FB-50C9-9CD932D98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0E5B76-3EBA-C8C7-5DCE-F44407F1B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47843-D9DE-4348-95D6-5CE0E30EBD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1448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2E834-D078-6BF3-8983-386525200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253FFF-9E80-8C32-11EC-DFE9DB7A2A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B6ED37-F864-95C1-9ADD-BD9A816142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44766F-8944-3594-83AA-11702AF25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91373-5AE8-47FE-8859-972A7BBD39C1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366536-08E9-2598-248E-FE62A3FC0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9C6E3F-E8BA-9D07-5154-98FD3B2D0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47843-D9DE-4348-95D6-5CE0E30EBD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0879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81598-C7DE-CE74-2DB6-8A645888E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021432-A3B2-A10C-C0AD-9EDED94CB8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FA4558-23DE-8517-88F0-F9D08E958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91373-5AE8-47FE-8859-972A7BBD39C1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62D3FA-B8D5-566F-8754-9023E27FC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FDEFE1-5C94-57C7-D6AE-9317E3C8F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47843-D9DE-4348-95D6-5CE0E30EBD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283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D28D1D1-5061-5123-4718-FFFC4085AA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EEFFC0-F097-81A4-CA30-DD6D244670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AA41C1-9FD6-B386-E94B-846D4DA1F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91373-5AE8-47FE-8859-972A7BBD39C1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78ECAB-785F-9041-123B-BA75C4125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4D12D8-3542-B837-C150-505DB7FEC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47843-D9DE-4348-95D6-5CE0E30EBD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9875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BB776A-91B7-656E-3263-6A071ADB1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37FE71-34A6-CB51-9F68-44BA10B23F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13842E-9E3F-8B75-1114-A0BD9EED67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F91373-5AE8-47FE-8859-972A7BBD39C1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2355AC-34D3-9DD1-26DA-DF30ADCBA7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44B34-4D1E-51BF-9123-95810CA179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E47843-D9DE-4348-95D6-5CE0E30EBD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211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emf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8.emf"/><Relationship Id="rId7" Type="http://schemas.openxmlformats.org/officeDocument/2006/relationships/image" Target="../media/image10.png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03EABE9-BFA2-0372-F8B3-6E6B9FC7E4CE}"/>
              </a:ext>
            </a:extLst>
          </p:cNvPr>
          <p:cNvSpPr txBox="1"/>
          <p:nvPr/>
        </p:nvSpPr>
        <p:spPr>
          <a:xfrm>
            <a:off x="254977" y="202223"/>
            <a:ext cx="22340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Paper outline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35E67F-ABBE-6FE0-DA4F-7902658B0426}"/>
              </a:ext>
            </a:extLst>
          </p:cNvPr>
          <p:cNvSpPr txBox="1"/>
          <p:nvPr/>
        </p:nvSpPr>
        <p:spPr>
          <a:xfrm>
            <a:off x="376897" y="817880"/>
            <a:ext cx="7666522" cy="5078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 – Introduction</a:t>
            </a:r>
          </a:p>
          <a:p>
            <a:r>
              <a:rPr lang="en-US" dirty="0"/>
              <a:t>II – Federated Learning Algorithm for Multi-Inverter Impedance Identification</a:t>
            </a:r>
          </a:p>
          <a:p>
            <a:r>
              <a:rPr lang="en-US" dirty="0"/>
              <a:t>	II-A. Data Acquisition</a:t>
            </a:r>
          </a:p>
          <a:p>
            <a:r>
              <a:rPr lang="en-US" dirty="0"/>
              <a:t>	II-B. Data Structure</a:t>
            </a:r>
          </a:p>
          <a:p>
            <a:r>
              <a:rPr lang="en-US" dirty="0"/>
              <a:t>	III-C. </a:t>
            </a:r>
            <a:r>
              <a:rPr lang="en-US" i="1" dirty="0" err="1"/>
              <a:t>FedAvg</a:t>
            </a:r>
            <a:r>
              <a:rPr lang="en-US" dirty="0"/>
              <a:t> Algorithm</a:t>
            </a:r>
          </a:p>
          <a:p>
            <a:r>
              <a:rPr lang="en-US" dirty="0"/>
              <a:t>III – Personalized Federated Learning</a:t>
            </a:r>
          </a:p>
          <a:p>
            <a:r>
              <a:rPr lang="en-US" dirty="0"/>
              <a:t>	III-A.</a:t>
            </a:r>
            <a:r>
              <a:rPr lang="en-US" i="1" dirty="0"/>
              <a:t> </a:t>
            </a:r>
            <a:r>
              <a:rPr lang="en-US" i="1" dirty="0" err="1"/>
              <a:t>FedAvg</a:t>
            </a:r>
            <a:r>
              <a:rPr lang="en-US" i="1" dirty="0"/>
              <a:t> </a:t>
            </a:r>
            <a:r>
              <a:rPr lang="en-US" dirty="0"/>
              <a:t>Drawbacks</a:t>
            </a:r>
          </a:p>
          <a:p>
            <a:r>
              <a:rPr lang="en-US" dirty="0"/>
              <a:t>	III-B. </a:t>
            </a:r>
            <a:r>
              <a:rPr lang="en-US" i="1" dirty="0" err="1"/>
              <a:t>FedPer</a:t>
            </a:r>
            <a:r>
              <a:rPr lang="en-US"/>
              <a:t>  Framework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IV – Validation</a:t>
            </a:r>
          </a:p>
          <a:p>
            <a:r>
              <a:rPr lang="en-US" dirty="0"/>
              <a:t>	IV-A. New client with less data</a:t>
            </a:r>
          </a:p>
          <a:p>
            <a:r>
              <a:rPr lang="en-US" dirty="0"/>
              <a:t>	IV-B. Application in stability analysis</a:t>
            </a:r>
          </a:p>
          <a:p>
            <a:r>
              <a:rPr lang="en-US" dirty="0"/>
              <a:t>V – Conclusion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A146C798-EF38-970B-30F1-6DB3737C2E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6817" y="2891162"/>
            <a:ext cx="1805566" cy="1681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3A0E9A50-D006-74FB-B0A4-8A74C0CD70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2383" y="2891161"/>
            <a:ext cx="1805566" cy="1681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8AA13913-2118-4ED5-217A-3626B24DE8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7949" y="3011262"/>
            <a:ext cx="2364828" cy="1441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9EE2919F-0312-EBB1-1301-6F4C4E78E1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4654" y="4572430"/>
            <a:ext cx="2362616" cy="1467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E460B5C-285C-DAFE-8ADB-40BBC1E16968}"/>
              </a:ext>
            </a:extLst>
          </p:cNvPr>
          <p:cNvSpPr/>
          <p:nvPr/>
        </p:nvSpPr>
        <p:spPr>
          <a:xfrm>
            <a:off x="4531360" y="4826000"/>
            <a:ext cx="2418080" cy="264160"/>
          </a:xfrm>
          <a:custGeom>
            <a:avLst/>
            <a:gdLst>
              <a:gd name="connsiteX0" fmla="*/ 0 w 2418080"/>
              <a:gd name="connsiteY0" fmla="*/ 264160 h 264160"/>
              <a:gd name="connsiteX1" fmla="*/ 294640 w 2418080"/>
              <a:gd name="connsiteY1" fmla="*/ 81280 h 264160"/>
              <a:gd name="connsiteX2" fmla="*/ 863600 w 2418080"/>
              <a:gd name="connsiteY2" fmla="*/ 0 h 264160"/>
              <a:gd name="connsiteX3" fmla="*/ 2133600 w 2418080"/>
              <a:gd name="connsiteY3" fmla="*/ 20320 h 264160"/>
              <a:gd name="connsiteX4" fmla="*/ 2235200 w 2418080"/>
              <a:gd name="connsiteY4" fmla="*/ 50800 h 264160"/>
              <a:gd name="connsiteX5" fmla="*/ 2326640 w 2418080"/>
              <a:gd name="connsiteY5" fmla="*/ 71120 h 264160"/>
              <a:gd name="connsiteX6" fmla="*/ 2418080 w 2418080"/>
              <a:gd name="connsiteY6" fmla="*/ 132080 h 264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18080" h="264160">
                <a:moveTo>
                  <a:pt x="0" y="264160"/>
                </a:moveTo>
                <a:cubicBezTo>
                  <a:pt x="96418" y="148459"/>
                  <a:pt x="70287" y="163255"/>
                  <a:pt x="294640" y="81280"/>
                </a:cubicBezTo>
                <a:cubicBezTo>
                  <a:pt x="539387" y="-8147"/>
                  <a:pt x="609371" y="9080"/>
                  <a:pt x="863600" y="0"/>
                </a:cubicBezTo>
                <a:cubicBezTo>
                  <a:pt x="1286933" y="6773"/>
                  <a:pt x="1710503" y="4650"/>
                  <a:pt x="2133600" y="20320"/>
                </a:cubicBezTo>
                <a:cubicBezTo>
                  <a:pt x="2168934" y="21629"/>
                  <a:pt x="2201006" y="41802"/>
                  <a:pt x="2235200" y="50800"/>
                </a:cubicBezTo>
                <a:cubicBezTo>
                  <a:pt x="2265395" y="58746"/>
                  <a:pt x="2296160" y="64347"/>
                  <a:pt x="2326640" y="71120"/>
                </a:cubicBezTo>
                <a:cubicBezTo>
                  <a:pt x="2410629" y="134112"/>
                  <a:pt x="2374053" y="132080"/>
                  <a:pt x="2418080" y="132080"/>
                </a:cubicBezTo>
              </a:path>
            </a:pathLst>
          </a:custGeom>
          <a:noFill/>
          <a:ln>
            <a:prstDash val="sysDash"/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14B35A8-41D7-70EA-94B2-AC6C54CC5FD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9586" y="5846532"/>
            <a:ext cx="1381179" cy="103588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AAF5D26-86CB-5355-8033-79EDDC56B71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03372" y="6067473"/>
            <a:ext cx="1127248" cy="594003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5DB1229-FA05-93CB-B19B-B26AFF1ABE0A}"/>
              </a:ext>
            </a:extLst>
          </p:cNvPr>
          <p:cNvSpPr/>
          <p:nvPr/>
        </p:nvSpPr>
        <p:spPr>
          <a:xfrm>
            <a:off x="5049520" y="5313610"/>
            <a:ext cx="1454055" cy="508070"/>
          </a:xfrm>
          <a:custGeom>
            <a:avLst/>
            <a:gdLst>
              <a:gd name="connsiteX0" fmla="*/ 0 w 1454055"/>
              <a:gd name="connsiteY0" fmla="*/ 50870 h 508070"/>
              <a:gd name="connsiteX1" fmla="*/ 772160 w 1454055"/>
              <a:gd name="connsiteY1" fmla="*/ 30550 h 508070"/>
              <a:gd name="connsiteX2" fmla="*/ 985520 w 1454055"/>
              <a:gd name="connsiteY2" fmla="*/ 132150 h 508070"/>
              <a:gd name="connsiteX3" fmla="*/ 1148080 w 1454055"/>
              <a:gd name="connsiteY3" fmla="*/ 274390 h 508070"/>
              <a:gd name="connsiteX4" fmla="*/ 1198880 w 1454055"/>
              <a:gd name="connsiteY4" fmla="*/ 304870 h 508070"/>
              <a:gd name="connsiteX5" fmla="*/ 1341120 w 1454055"/>
              <a:gd name="connsiteY5" fmla="*/ 416630 h 508070"/>
              <a:gd name="connsiteX6" fmla="*/ 1402080 w 1454055"/>
              <a:gd name="connsiteY6" fmla="*/ 467430 h 508070"/>
              <a:gd name="connsiteX7" fmla="*/ 1452880 w 1454055"/>
              <a:gd name="connsiteY7" fmla="*/ 497910 h 508070"/>
              <a:gd name="connsiteX8" fmla="*/ 1452880 w 1454055"/>
              <a:gd name="connsiteY8" fmla="*/ 508070 h 508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54055" h="508070">
                <a:moveTo>
                  <a:pt x="0" y="50870"/>
                </a:moveTo>
                <a:cubicBezTo>
                  <a:pt x="520937" y="-15917"/>
                  <a:pt x="263515" y="-10692"/>
                  <a:pt x="772160" y="30550"/>
                </a:cubicBezTo>
                <a:cubicBezTo>
                  <a:pt x="866504" y="70983"/>
                  <a:pt x="908248" y="82475"/>
                  <a:pt x="985520" y="132150"/>
                </a:cubicBezTo>
                <a:cubicBezTo>
                  <a:pt x="1106800" y="210116"/>
                  <a:pt x="1013722" y="159226"/>
                  <a:pt x="1148080" y="274390"/>
                </a:cubicBezTo>
                <a:cubicBezTo>
                  <a:pt x="1163073" y="287241"/>
                  <a:pt x="1182982" y="293156"/>
                  <a:pt x="1198880" y="304870"/>
                </a:cubicBezTo>
                <a:cubicBezTo>
                  <a:pt x="1247423" y="340639"/>
                  <a:pt x="1294035" y="378962"/>
                  <a:pt x="1341120" y="416630"/>
                </a:cubicBezTo>
                <a:cubicBezTo>
                  <a:pt x="1361775" y="433154"/>
                  <a:pt x="1379399" y="453821"/>
                  <a:pt x="1402080" y="467430"/>
                </a:cubicBezTo>
                <a:cubicBezTo>
                  <a:pt x="1419013" y="477590"/>
                  <a:pt x="1437460" y="485574"/>
                  <a:pt x="1452880" y="497910"/>
                </a:cubicBezTo>
                <a:cubicBezTo>
                  <a:pt x="1455525" y="500026"/>
                  <a:pt x="1452880" y="504683"/>
                  <a:pt x="1452880" y="508070"/>
                </a:cubicBezTo>
              </a:path>
            </a:pathLst>
          </a:custGeom>
          <a:noFill/>
          <a:ln>
            <a:solidFill>
              <a:schemeClr val="tx1"/>
            </a:solidFill>
            <a:prstDash val="sysDash"/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1F530683-D77C-D58D-9EF1-FBA3216FB393}"/>
              </a:ext>
            </a:extLst>
          </p:cNvPr>
          <p:cNvSpPr/>
          <p:nvPr/>
        </p:nvSpPr>
        <p:spPr>
          <a:xfrm>
            <a:off x="3373120" y="3098800"/>
            <a:ext cx="1676400" cy="509186"/>
          </a:xfrm>
          <a:custGeom>
            <a:avLst/>
            <a:gdLst>
              <a:gd name="connsiteX0" fmla="*/ 0 w 995680"/>
              <a:gd name="connsiteY0" fmla="*/ 0 h 509186"/>
              <a:gd name="connsiteX1" fmla="*/ 60960 w 995680"/>
              <a:gd name="connsiteY1" fmla="*/ 101600 h 509186"/>
              <a:gd name="connsiteX2" fmla="*/ 142240 w 995680"/>
              <a:gd name="connsiteY2" fmla="*/ 233680 h 509186"/>
              <a:gd name="connsiteX3" fmla="*/ 203200 w 995680"/>
              <a:gd name="connsiteY3" fmla="*/ 274320 h 509186"/>
              <a:gd name="connsiteX4" fmla="*/ 304800 w 995680"/>
              <a:gd name="connsiteY4" fmla="*/ 335280 h 509186"/>
              <a:gd name="connsiteX5" fmla="*/ 457200 w 995680"/>
              <a:gd name="connsiteY5" fmla="*/ 406400 h 509186"/>
              <a:gd name="connsiteX6" fmla="*/ 548640 w 995680"/>
              <a:gd name="connsiteY6" fmla="*/ 447040 h 509186"/>
              <a:gd name="connsiteX7" fmla="*/ 629920 w 995680"/>
              <a:gd name="connsiteY7" fmla="*/ 457200 h 509186"/>
              <a:gd name="connsiteX8" fmla="*/ 701040 w 995680"/>
              <a:gd name="connsiteY8" fmla="*/ 487680 h 509186"/>
              <a:gd name="connsiteX9" fmla="*/ 802640 w 995680"/>
              <a:gd name="connsiteY9" fmla="*/ 497840 h 509186"/>
              <a:gd name="connsiteX10" fmla="*/ 843280 w 995680"/>
              <a:gd name="connsiteY10" fmla="*/ 508000 h 509186"/>
              <a:gd name="connsiteX11" fmla="*/ 995680 w 995680"/>
              <a:gd name="connsiteY11" fmla="*/ 508000 h 5091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95680" h="509186">
                <a:moveTo>
                  <a:pt x="0" y="0"/>
                </a:moveTo>
                <a:cubicBezTo>
                  <a:pt x="66664" y="166661"/>
                  <a:pt x="-36602" y="-77264"/>
                  <a:pt x="60960" y="101600"/>
                </a:cubicBezTo>
                <a:cubicBezTo>
                  <a:pt x="115569" y="201717"/>
                  <a:pt x="31749" y="132397"/>
                  <a:pt x="142240" y="233680"/>
                </a:cubicBezTo>
                <a:cubicBezTo>
                  <a:pt x="160242" y="250182"/>
                  <a:pt x="183663" y="259667"/>
                  <a:pt x="203200" y="274320"/>
                </a:cubicBezTo>
                <a:cubicBezTo>
                  <a:pt x="274620" y="327885"/>
                  <a:pt x="211782" y="284543"/>
                  <a:pt x="304800" y="335280"/>
                </a:cubicBezTo>
                <a:cubicBezTo>
                  <a:pt x="433854" y="405673"/>
                  <a:pt x="250495" y="319366"/>
                  <a:pt x="457200" y="406400"/>
                </a:cubicBezTo>
                <a:cubicBezTo>
                  <a:pt x="487941" y="419344"/>
                  <a:pt x="516641" y="437628"/>
                  <a:pt x="548640" y="447040"/>
                </a:cubicBezTo>
                <a:cubicBezTo>
                  <a:pt x="574835" y="454744"/>
                  <a:pt x="602827" y="453813"/>
                  <a:pt x="629920" y="457200"/>
                </a:cubicBezTo>
                <a:cubicBezTo>
                  <a:pt x="653627" y="467360"/>
                  <a:pt x="675934" y="481773"/>
                  <a:pt x="701040" y="487680"/>
                </a:cubicBezTo>
                <a:cubicBezTo>
                  <a:pt x="734171" y="495475"/>
                  <a:pt x="768946" y="493027"/>
                  <a:pt x="802640" y="497840"/>
                </a:cubicBezTo>
                <a:cubicBezTo>
                  <a:pt x="816463" y="499815"/>
                  <a:pt x="829336" y="507266"/>
                  <a:pt x="843280" y="508000"/>
                </a:cubicBezTo>
                <a:cubicBezTo>
                  <a:pt x="894010" y="510670"/>
                  <a:pt x="944880" y="508000"/>
                  <a:pt x="995680" y="508000"/>
                </a:cubicBezTo>
              </a:path>
            </a:pathLst>
          </a:custGeom>
          <a:noFill/>
          <a:ln>
            <a:prstDash val="sysDash"/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9552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110E5-1664-9EC2-7A5D-11EADAE8B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31E9FDD-C5C4-61B7-ECA3-6B57A20171EC}"/>
              </a:ext>
            </a:extLst>
          </p:cNvPr>
          <p:cNvSpPr txBox="1"/>
          <p:nvPr/>
        </p:nvSpPr>
        <p:spPr>
          <a:xfrm>
            <a:off x="254977" y="202223"/>
            <a:ext cx="30707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Federated learning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AE8CFF51-DC0A-0965-D577-45F359B5B1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775017"/>
            <a:ext cx="3901551" cy="3632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276A6413-562E-EA96-F577-CFFB081DFF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1551" y="1775017"/>
            <a:ext cx="3901551" cy="3632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3BD81020-CC42-9954-6E25-BE95721720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7967" y="3717302"/>
            <a:ext cx="4484034" cy="2784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>
            <a:extLst>
              <a:ext uri="{FF2B5EF4-FFF2-40B4-BE49-F238E27FC236}">
                <a16:creationId xmlns:a16="http://schemas.microsoft.com/office/drawing/2014/main" id="{2533CBFA-E69A-5D55-B2E7-8E1268D086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0" y="805438"/>
            <a:ext cx="4572000" cy="2786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25466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1D088A-526B-BB2A-8792-C32D12603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>
            <a:extLst>
              <a:ext uri="{FF2B5EF4-FFF2-40B4-BE49-F238E27FC236}">
                <a16:creationId xmlns:a16="http://schemas.microsoft.com/office/drawing/2014/main" id="{08DEA035-7DA4-D8EB-C8B4-8DA383322A9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06" t="8735" b="4521"/>
          <a:stretch>
            <a:fillRect/>
          </a:stretch>
        </p:blipFill>
        <p:spPr bwMode="auto">
          <a:xfrm>
            <a:off x="2385848" y="5558"/>
            <a:ext cx="7304690" cy="68750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67858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A156CB-E18E-C45B-B6E1-C45CF2A4F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B92A60A-3347-3109-D5AC-15C26C67EE9B}"/>
              </a:ext>
            </a:extLst>
          </p:cNvPr>
          <p:cNvSpPr txBox="1"/>
          <p:nvPr/>
        </p:nvSpPr>
        <p:spPr>
          <a:xfrm>
            <a:off x="254977" y="202223"/>
            <a:ext cx="67372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Validation for 3-phase inverter on </a:t>
            </a:r>
            <a:r>
              <a:rPr lang="en-US" sz="2800" dirty="0" err="1"/>
              <a:t>dq</a:t>
            </a:r>
            <a:r>
              <a:rPr lang="en-US" sz="2800" dirty="0"/>
              <a:t> frame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AE25D1E-360E-E57F-60CE-E96B1F7FBD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188" y="1415008"/>
            <a:ext cx="3354915" cy="251618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0F2900E-67FE-4E1F-BD5A-6F3B2D0DA51F}"/>
              </a:ext>
            </a:extLst>
          </p:cNvPr>
          <p:cNvSpPr txBox="1"/>
          <p:nvPr/>
        </p:nvSpPr>
        <p:spPr>
          <a:xfrm>
            <a:off x="1838082" y="869885"/>
            <a:ext cx="124912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ysClr val="windowText" lastClr="000000"/>
                </a:solidFill>
              </a:rPr>
              <a:t>Strong grid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1B577ED-B272-CA66-ADBB-B6B426D6C1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7228" y="1338338"/>
            <a:ext cx="3349764" cy="251232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CA0B677-91A8-B976-D7BB-F281908FECF2}"/>
              </a:ext>
            </a:extLst>
          </p:cNvPr>
          <p:cNvSpPr txBox="1"/>
          <p:nvPr/>
        </p:nvSpPr>
        <p:spPr>
          <a:xfrm>
            <a:off x="8108089" y="852561"/>
            <a:ext cx="116153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ysClr val="windowText" lastClr="000000"/>
                </a:solidFill>
              </a:rPr>
              <a:t>Weak grid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53E5EFD-B763-69CD-DF2A-B250F820727A}"/>
                  </a:ext>
                </a:extLst>
              </p:cNvPr>
              <p:cNvSpPr txBox="1"/>
              <p:nvPr/>
            </p:nvSpPr>
            <p:spPr>
              <a:xfrm>
                <a:off x="1497683" y="3992080"/>
                <a:ext cx="2046458" cy="39190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lang="en-US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2(</m:t>
                          </m:r>
                          <m:r>
                            <a:rPr lang="en-US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lang="en-US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lang="en-US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ysClr val="windowText" lastClr="00000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53E5EFD-B763-69CD-DF2A-B250F82072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7683" y="3992080"/>
                <a:ext cx="2046458" cy="391902"/>
              </a:xfrm>
              <a:prstGeom prst="rect">
                <a:avLst/>
              </a:prstGeom>
              <a:blipFill>
                <a:blip r:embed="rId4"/>
                <a:stretch>
                  <a:fillRect b="-606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A901595-5378-48A1-221B-773FA1FB3926}"/>
                  </a:ext>
                </a:extLst>
              </p:cNvPr>
              <p:cNvSpPr txBox="1"/>
              <p:nvPr/>
            </p:nvSpPr>
            <p:spPr>
              <a:xfrm>
                <a:off x="7635972" y="3931194"/>
                <a:ext cx="2105769" cy="39190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lang="en-US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′=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3(</m:t>
                          </m:r>
                          <m:r>
                            <a:rPr lang="en-US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lang="en-US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lang="en-US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ysClr val="windowText" lastClr="000000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A901595-5378-48A1-221B-773FA1FB39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5972" y="3931194"/>
                <a:ext cx="2105769" cy="391902"/>
              </a:xfrm>
              <a:prstGeom prst="rect">
                <a:avLst/>
              </a:prstGeom>
              <a:blipFill>
                <a:blip r:embed="rId5"/>
                <a:stretch>
                  <a:fillRect b="-606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13">
            <a:extLst>
              <a:ext uri="{FF2B5EF4-FFF2-40B4-BE49-F238E27FC236}">
                <a16:creationId xmlns:a16="http://schemas.microsoft.com/office/drawing/2014/main" id="{79C8174C-499A-F967-BFE2-5D12A0C6515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432" y="4620759"/>
            <a:ext cx="3905412" cy="205795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0EBF704-3AE1-34B4-83D6-079871D0229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16964" y="4679457"/>
            <a:ext cx="3811909" cy="200647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4EC015A-906E-DA68-D5C7-422F551FE10E}"/>
              </a:ext>
            </a:extLst>
          </p:cNvPr>
          <p:cNvSpPr txBox="1"/>
          <p:nvPr/>
        </p:nvSpPr>
        <p:spPr>
          <a:xfrm>
            <a:off x="876481" y="4796331"/>
            <a:ext cx="124912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Strong grid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B15F4EE-39D9-BD2A-8E7C-DA442A7FCBBB}"/>
              </a:ext>
            </a:extLst>
          </p:cNvPr>
          <p:cNvSpPr txBox="1"/>
          <p:nvPr/>
        </p:nvSpPr>
        <p:spPr>
          <a:xfrm>
            <a:off x="3306361" y="4670029"/>
            <a:ext cx="1229483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Weak grid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03CB133-7E81-6BFE-0B37-CDFA7A5C1304}"/>
              </a:ext>
            </a:extLst>
          </p:cNvPr>
          <p:cNvSpPr txBox="1"/>
          <p:nvPr/>
        </p:nvSpPr>
        <p:spPr>
          <a:xfrm>
            <a:off x="7473793" y="4805759"/>
            <a:ext cx="124912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Strong grid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6BE15E3-A7A0-20C4-1013-F192FB5C7720}"/>
              </a:ext>
            </a:extLst>
          </p:cNvPr>
          <p:cNvSpPr txBox="1"/>
          <p:nvPr/>
        </p:nvSpPr>
        <p:spPr>
          <a:xfrm>
            <a:off x="9492892" y="4679457"/>
            <a:ext cx="1229483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Weak grid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A6D55E7-3BF9-1E17-26B9-B94F8D713AA0}"/>
                  </a:ext>
                </a:extLst>
              </p:cNvPr>
              <p:cNvSpPr txBox="1"/>
              <p:nvPr/>
            </p:nvSpPr>
            <p:spPr>
              <a:xfrm>
                <a:off x="1635994" y="6204071"/>
                <a:ext cx="1229483" cy="3907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𝑝𝑐𝑐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A6D55E7-3BF9-1E17-26B9-B94F8D713A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5994" y="6204071"/>
                <a:ext cx="1229483" cy="390748"/>
              </a:xfrm>
              <a:prstGeom prst="rect">
                <a:avLst/>
              </a:prstGeom>
              <a:blipFill>
                <a:blip r:embed="rId8"/>
                <a:stretch>
                  <a:fillRect b="-312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35AC37D-F898-D87D-D39A-CCDFCBDA84AD}"/>
                  </a:ext>
                </a:extLst>
              </p:cNvPr>
              <p:cNvSpPr txBox="1"/>
              <p:nvPr/>
            </p:nvSpPr>
            <p:spPr>
              <a:xfrm>
                <a:off x="8098355" y="6213499"/>
                <a:ext cx="1229483" cy="3907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𝑝𝑐𝑐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35AC37D-F898-D87D-D39A-CCDFCBDA84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8355" y="6213499"/>
                <a:ext cx="1229483" cy="390748"/>
              </a:xfrm>
              <a:prstGeom prst="rect">
                <a:avLst/>
              </a:prstGeom>
              <a:blipFill>
                <a:blip r:embed="rId9"/>
                <a:stretch>
                  <a:fillRect b="-312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272761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921</TotalTime>
  <Words>102</Words>
  <Application>Microsoft Office PowerPoint</Application>
  <PresentationFormat>Widescreen</PresentationFormat>
  <Paragraphs>31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Hoang, Quang Manh</dc:creator>
  <cp:lastModifiedBy>Hoang, Quang Manh</cp:lastModifiedBy>
  <cp:revision>1</cp:revision>
  <dcterms:created xsi:type="dcterms:W3CDTF">2025-11-07T16:42:41Z</dcterms:created>
  <dcterms:modified xsi:type="dcterms:W3CDTF">2025-12-01T20:02:03Z</dcterms:modified>
</cp:coreProperties>
</file>