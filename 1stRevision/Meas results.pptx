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0504F-8B07-4ED2-BE20-E5771BC962B9}" v="14" dt="2026-04-27T14:08:02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custSel addSld modSld sldOrd">
      <pc:chgData name="Hoang, Quang Manh" userId="1c61224f-ec88-4d4b-ad8c-d1c568721deb" providerId="ADAL" clId="{1A4E9071-D4A9-4D30-A7D1-538CF7032776}" dt="2026-04-27T14:23:28.960" v="950" actId="20577"/>
      <pc:docMkLst>
        <pc:docMk/>
      </pc:docMkLst>
      <pc:sldChg chg="addSp delSp modSp mod">
        <pc:chgData name="Hoang, Quang Manh" userId="1c61224f-ec88-4d4b-ad8c-d1c568721deb" providerId="ADAL" clId="{1A4E9071-D4A9-4D30-A7D1-538CF7032776}" dt="2026-04-24T14:26:00.983" v="43" actId="478"/>
        <pc:sldMkLst>
          <pc:docMk/>
          <pc:sldMk cId="2500655891" sldId="256"/>
        </pc:sldMkLst>
      </pc:sldChg>
      <pc:sldChg chg="add">
        <pc:chgData name="Hoang, Quang Manh" userId="1c61224f-ec88-4d4b-ad8c-d1c568721deb" providerId="ADAL" clId="{1A4E9071-D4A9-4D30-A7D1-538CF7032776}" dt="2026-03-30T14:46:08.591" v="11"/>
        <pc:sldMkLst>
          <pc:docMk/>
          <pc:sldMk cId="2769089864" sldId="257"/>
        </pc:sldMkLst>
      </pc:sldChg>
      <pc:sldChg chg="addSp delSp modSp add mod ord">
        <pc:chgData name="Hoang, Quang Manh" userId="1c61224f-ec88-4d4b-ad8c-d1c568721deb" providerId="ADAL" clId="{1A4E9071-D4A9-4D30-A7D1-538CF7032776}" dt="2026-04-24T14:27:37.556" v="118" actId="20577"/>
        <pc:sldMkLst>
          <pc:docMk/>
          <pc:sldMk cId="2584052944" sldId="258"/>
        </pc:sldMkLst>
        <pc:spChg chg="add mod">
          <ac:chgData name="Hoang, Quang Manh" userId="1c61224f-ec88-4d4b-ad8c-d1c568721deb" providerId="ADAL" clId="{1A4E9071-D4A9-4D30-A7D1-538CF7032776}" dt="2026-04-24T14:26:28.795" v="69" actId="1076"/>
          <ac:spMkLst>
            <pc:docMk/>
            <pc:sldMk cId="2584052944" sldId="258"/>
            <ac:spMk id="9" creationId="{AC79EC81-901D-7A57-9FFC-3F72EC61B025}"/>
          </ac:spMkLst>
        </pc:spChg>
        <pc:spChg chg="add mod">
          <ac:chgData name="Hoang, Quang Manh" userId="1c61224f-ec88-4d4b-ad8c-d1c568721deb" providerId="ADAL" clId="{1A4E9071-D4A9-4D30-A7D1-538CF7032776}" dt="2026-04-24T14:27:18.354" v="99" actId="20577"/>
          <ac:spMkLst>
            <pc:docMk/>
            <pc:sldMk cId="2584052944" sldId="258"/>
            <ac:spMk id="10" creationId="{957FE73C-9FE4-D9DB-098F-1327E548DBF9}"/>
          </ac:spMkLst>
        </pc:spChg>
        <pc:spChg chg="add mod">
          <ac:chgData name="Hoang, Quang Manh" userId="1c61224f-ec88-4d4b-ad8c-d1c568721deb" providerId="ADAL" clId="{1A4E9071-D4A9-4D30-A7D1-538CF7032776}" dt="2026-04-24T14:27:26.948" v="106" actId="20577"/>
          <ac:spMkLst>
            <pc:docMk/>
            <pc:sldMk cId="2584052944" sldId="258"/>
            <ac:spMk id="12" creationId="{AD659A1D-BD74-D06F-0C6C-B8E6F273916E}"/>
          </ac:spMkLst>
        </pc:spChg>
        <pc:spChg chg="add mod">
          <ac:chgData name="Hoang, Quang Manh" userId="1c61224f-ec88-4d4b-ad8c-d1c568721deb" providerId="ADAL" clId="{1A4E9071-D4A9-4D30-A7D1-538CF7032776}" dt="2026-04-24T14:27:37.556" v="118" actId="20577"/>
          <ac:spMkLst>
            <pc:docMk/>
            <pc:sldMk cId="2584052944" sldId="258"/>
            <ac:spMk id="14" creationId="{2F5EE19E-F791-47FE-52FC-655C9E163C20}"/>
          </ac:spMkLst>
        </pc:spChg>
        <pc:picChg chg="mod">
          <ac:chgData name="Hoang, Quang Manh" userId="1c61224f-ec88-4d4b-ad8c-d1c568721deb" providerId="ADAL" clId="{1A4E9071-D4A9-4D30-A7D1-538CF7032776}" dt="2026-04-24T14:26:26.482" v="68" actId="1076"/>
          <ac:picMkLst>
            <pc:docMk/>
            <pc:sldMk cId="2584052944" sldId="258"/>
            <ac:picMk id="3" creationId="{63CE5F6C-718B-1640-6BAF-5E1A862A16A3}"/>
          </ac:picMkLst>
        </pc:picChg>
        <pc:picChg chg="add mod">
          <ac:chgData name="Hoang, Quang Manh" userId="1c61224f-ec88-4d4b-ad8c-d1c568721deb" providerId="ADAL" clId="{1A4E9071-D4A9-4D30-A7D1-538CF7032776}" dt="2026-04-24T14:25:31.813" v="33" actId="1076"/>
          <ac:picMkLst>
            <pc:docMk/>
            <pc:sldMk cId="2584052944" sldId="258"/>
            <ac:picMk id="4" creationId="{6D5BD01E-D6E8-E97D-3045-2CE5EE1FACE7}"/>
          </ac:picMkLst>
        </pc:picChg>
        <pc:picChg chg="add mod">
          <ac:chgData name="Hoang, Quang Manh" userId="1c61224f-ec88-4d4b-ad8c-d1c568721deb" providerId="ADAL" clId="{1A4E9071-D4A9-4D30-A7D1-538CF7032776}" dt="2026-04-24T14:25:42.139" v="39" actId="1076"/>
          <ac:picMkLst>
            <pc:docMk/>
            <pc:sldMk cId="2584052944" sldId="258"/>
            <ac:picMk id="6" creationId="{385607E8-99E9-E943-CEED-DD31B570FBDC}"/>
          </ac:picMkLst>
        </pc:picChg>
        <pc:picChg chg="add mod">
          <ac:chgData name="Hoang, Quang Manh" userId="1c61224f-ec88-4d4b-ad8c-d1c568721deb" providerId="ADAL" clId="{1A4E9071-D4A9-4D30-A7D1-538CF7032776}" dt="2026-04-24T14:25:48.125" v="42" actId="1076"/>
          <ac:picMkLst>
            <pc:docMk/>
            <pc:sldMk cId="2584052944" sldId="258"/>
            <ac:picMk id="8" creationId="{71DBF236-2A75-565B-C79E-EBEDAF923F70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6-04-27T13:54:16.059" v="400" actId="20577"/>
        <pc:sldMkLst>
          <pc:docMk/>
          <pc:sldMk cId="2367627806" sldId="259"/>
        </pc:sldMkLst>
        <pc:spChg chg="add mod">
          <ac:chgData name="Hoang, Quang Manh" userId="1c61224f-ec88-4d4b-ad8c-d1c568721deb" providerId="ADAL" clId="{1A4E9071-D4A9-4D30-A7D1-538CF7032776}" dt="2026-04-27T13:53:50.267" v="327" actId="20577"/>
          <ac:spMkLst>
            <pc:docMk/>
            <pc:sldMk cId="2367627806" sldId="259"/>
            <ac:spMk id="7" creationId="{C6FC5717-EFCC-A0C6-3DCB-8D6AF0FFED14}"/>
          </ac:spMkLst>
        </pc:spChg>
        <pc:spChg chg="del">
          <ac:chgData name="Hoang, Quang Manh" userId="1c61224f-ec88-4d4b-ad8c-d1c568721deb" providerId="ADAL" clId="{1A4E9071-D4A9-4D30-A7D1-538CF7032776}" dt="2026-04-27T13:47:33.646" v="124" actId="478"/>
          <ac:spMkLst>
            <pc:docMk/>
            <pc:sldMk cId="2367627806" sldId="259"/>
            <ac:spMk id="9" creationId="{30FFD66B-1C56-0A30-C1D5-F9AC7783319E}"/>
          </ac:spMkLst>
        </pc:spChg>
        <pc:spChg chg="del">
          <ac:chgData name="Hoang, Quang Manh" userId="1c61224f-ec88-4d4b-ad8c-d1c568721deb" providerId="ADAL" clId="{1A4E9071-D4A9-4D30-A7D1-538CF7032776}" dt="2026-04-27T13:47:34.620" v="125" actId="478"/>
          <ac:spMkLst>
            <pc:docMk/>
            <pc:sldMk cId="2367627806" sldId="259"/>
            <ac:spMk id="10" creationId="{F9D92658-ED16-0A0B-1C54-3F92D029C06F}"/>
          </ac:spMkLst>
        </pc:spChg>
        <pc:spChg chg="del">
          <ac:chgData name="Hoang, Quang Manh" userId="1c61224f-ec88-4d4b-ad8c-d1c568721deb" providerId="ADAL" clId="{1A4E9071-D4A9-4D30-A7D1-538CF7032776}" dt="2026-04-27T13:47:37.358" v="127" actId="478"/>
          <ac:spMkLst>
            <pc:docMk/>
            <pc:sldMk cId="2367627806" sldId="259"/>
            <ac:spMk id="12" creationId="{5044A865-9EBA-BADB-DB44-F4E993B60F74}"/>
          </ac:spMkLst>
        </pc:spChg>
        <pc:spChg chg="del">
          <ac:chgData name="Hoang, Quang Manh" userId="1c61224f-ec88-4d4b-ad8c-d1c568721deb" providerId="ADAL" clId="{1A4E9071-D4A9-4D30-A7D1-538CF7032776}" dt="2026-04-27T13:47:36.317" v="126" actId="478"/>
          <ac:spMkLst>
            <pc:docMk/>
            <pc:sldMk cId="2367627806" sldId="259"/>
            <ac:spMk id="14" creationId="{6FA0AD16-7612-6F0A-C445-A1951BD45BB5}"/>
          </ac:spMkLst>
        </pc:spChg>
        <pc:spChg chg="add mod">
          <ac:chgData name="Hoang, Quang Manh" userId="1c61224f-ec88-4d4b-ad8c-d1c568721deb" providerId="ADAL" clId="{1A4E9071-D4A9-4D30-A7D1-538CF7032776}" dt="2026-04-27T13:54:16.059" v="400" actId="20577"/>
          <ac:spMkLst>
            <pc:docMk/>
            <pc:sldMk cId="2367627806" sldId="259"/>
            <ac:spMk id="15" creationId="{EC6CC092-0AFF-9B72-C8E3-EF9F2596A94B}"/>
          </ac:spMkLst>
        </pc:spChg>
        <pc:picChg chg="del">
          <ac:chgData name="Hoang, Quang Manh" userId="1c61224f-ec88-4d4b-ad8c-d1c568721deb" providerId="ADAL" clId="{1A4E9071-D4A9-4D30-A7D1-538CF7032776}" dt="2026-04-27T13:47:31.955" v="120" actId="478"/>
          <ac:picMkLst>
            <pc:docMk/>
            <pc:sldMk cId="2367627806" sldId="259"/>
            <ac:picMk id="3" creationId="{7139336B-E786-702D-F212-B4AF9410D3DD}"/>
          </ac:picMkLst>
        </pc:picChg>
        <pc:picChg chg="del">
          <ac:chgData name="Hoang, Quang Manh" userId="1c61224f-ec88-4d4b-ad8c-d1c568721deb" providerId="ADAL" clId="{1A4E9071-D4A9-4D30-A7D1-538CF7032776}" dt="2026-04-27T13:47:32.252" v="121" actId="478"/>
          <ac:picMkLst>
            <pc:docMk/>
            <pc:sldMk cId="2367627806" sldId="259"/>
            <ac:picMk id="4" creationId="{94F3801D-6EAB-773E-E4B5-263ACB12754B}"/>
          </ac:picMkLst>
        </pc:picChg>
        <pc:picChg chg="add del mod">
          <ac:chgData name="Hoang, Quang Manh" userId="1c61224f-ec88-4d4b-ad8c-d1c568721deb" providerId="ADAL" clId="{1A4E9071-D4A9-4D30-A7D1-538CF7032776}" dt="2026-04-27T13:53:30.801" v="316" actId="21"/>
          <ac:picMkLst>
            <pc:docMk/>
            <pc:sldMk cId="2367627806" sldId="259"/>
            <ac:picMk id="5" creationId="{EE8CCB99-135D-D19F-BCFF-DE2E31AE04AE}"/>
          </ac:picMkLst>
        </pc:picChg>
        <pc:picChg chg="del">
          <ac:chgData name="Hoang, Quang Manh" userId="1c61224f-ec88-4d4b-ad8c-d1c568721deb" providerId="ADAL" clId="{1A4E9071-D4A9-4D30-A7D1-538CF7032776}" dt="2026-04-27T13:47:33.019" v="123" actId="478"/>
          <ac:picMkLst>
            <pc:docMk/>
            <pc:sldMk cId="2367627806" sldId="259"/>
            <ac:picMk id="6" creationId="{EA61DA52-B52A-1703-485E-722245F0E312}"/>
          </ac:picMkLst>
        </pc:picChg>
        <pc:picChg chg="del">
          <ac:chgData name="Hoang, Quang Manh" userId="1c61224f-ec88-4d4b-ad8c-d1c568721deb" providerId="ADAL" clId="{1A4E9071-D4A9-4D30-A7D1-538CF7032776}" dt="2026-04-27T13:47:32.684" v="122" actId="478"/>
          <ac:picMkLst>
            <pc:docMk/>
            <pc:sldMk cId="2367627806" sldId="259"/>
            <ac:picMk id="8" creationId="{61957BCB-5ECF-A727-0794-E06B8635403E}"/>
          </ac:picMkLst>
        </pc:picChg>
        <pc:picChg chg="add del mod">
          <ac:chgData name="Hoang, Quang Manh" userId="1c61224f-ec88-4d4b-ad8c-d1c568721deb" providerId="ADAL" clId="{1A4E9071-D4A9-4D30-A7D1-538CF7032776}" dt="2026-04-27T13:53:41.361" v="320" actId="21"/>
          <ac:picMkLst>
            <pc:docMk/>
            <pc:sldMk cId="2367627806" sldId="259"/>
            <ac:picMk id="11" creationId="{EE8CCB99-135D-D19F-BCFF-DE2E31AE04AE}"/>
          </ac:picMkLst>
        </pc:picChg>
        <pc:picChg chg="add mod">
          <ac:chgData name="Hoang, Quang Manh" userId="1c61224f-ec88-4d4b-ad8c-d1c568721deb" providerId="ADAL" clId="{1A4E9071-D4A9-4D30-A7D1-538CF7032776}" dt="2026-04-27T13:53:43.187" v="321"/>
          <ac:picMkLst>
            <pc:docMk/>
            <pc:sldMk cId="2367627806" sldId="259"/>
            <ac:picMk id="13" creationId="{EE8CCB99-135D-D19F-BCFF-DE2E31AE04AE}"/>
          </ac:picMkLst>
        </pc:picChg>
      </pc:sldChg>
      <pc:sldChg chg="delSp modSp add mod">
        <pc:chgData name="Hoang, Quang Manh" userId="1c61224f-ec88-4d4b-ad8c-d1c568721deb" providerId="ADAL" clId="{1A4E9071-D4A9-4D30-A7D1-538CF7032776}" dt="2026-04-27T14:23:28.960" v="950" actId="20577"/>
        <pc:sldMkLst>
          <pc:docMk/>
          <pc:sldMk cId="560569911" sldId="260"/>
        </pc:sldMkLst>
        <pc:spChg chg="mod">
          <ac:chgData name="Hoang, Quang Manh" userId="1c61224f-ec88-4d4b-ad8c-d1c568721deb" providerId="ADAL" clId="{1A4E9071-D4A9-4D30-A7D1-538CF7032776}" dt="2026-04-27T14:23:28.960" v="950" actId="20577"/>
          <ac:spMkLst>
            <pc:docMk/>
            <pc:sldMk cId="560569911" sldId="260"/>
            <ac:spMk id="7" creationId="{ED12D61B-6707-0703-3F27-EAC9873AC25D}"/>
          </ac:spMkLst>
        </pc:spChg>
        <pc:spChg chg="del mod">
          <ac:chgData name="Hoang, Quang Manh" userId="1c61224f-ec88-4d4b-ad8c-d1c568721deb" providerId="ADAL" clId="{1A4E9071-D4A9-4D30-A7D1-538CF7032776}" dt="2026-04-27T14:07:38.299" v="433" actId="478"/>
          <ac:spMkLst>
            <pc:docMk/>
            <pc:sldMk cId="560569911" sldId="260"/>
            <ac:spMk id="15" creationId="{CB59137B-EDCB-480F-3037-4FF085313475}"/>
          </ac:spMkLst>
        </pc:spChg>
        <pc:picChg chg="del">
          <ac:chgData name="Hoang, Quang Manh" userId="1c61224f-ec88-4d4b-ad8c-d1c568721deb" providerId="ADAL" clId="{1A4E9071-D4A9-4D30-A7D1-538CF7032776}" dt="2026-04-27T14:07:35.709" v="432" actId="478"/>
          <ac:picMkLst>
            <pc:docMk/>
            <pc:sldMk cId="560569911" sldId="260"/>
            <ac:picMk id="13" creationId="{F400E3DF-048D-AF89-8D87-A562252109E6}"/>
          </ac:picMkLst>
        </pc:picChg>
      </pc:sldChg>
      <pc:sldChg chg="modSp add mod">
        <pc:chgData name="Hoang, Quang Manh" userId="1c61224f-ec88-4d4b-ad8c-d1c568721deb" providerId="ADAL" clId="{1A4E9071-D4A9-4D30-A7D1-538CF7032776}" dt="2026-04-27T14:13:55.227" v="639" actId="20577"/>
        <pc:sldMkLst>
          <pc:docMk/>
          <pc:sldMk cId="2866287331" sldId="261"/>
        </pc:sldMkLst>
        <pc:spChg chg="mod">
          <ac:chgData name="Hoang, Quang Manh" userId="1c61224f-ec88-4d4b-ad8c-d1c568721deb" providerId="ADAL" clId="{1A4E9071-D4A9-4D30-A7D1-538CF7032776}" dt="2026-04-27T14:13:55.227" v="639" actId="20577"/>
          <ac:spMkLst>
            <pc:docMk/>
            <pc:sldMk cId="2866287331" sldId="261"/>
            <ac:spMk id="7" creationId="{4947DD9D-1231-98EA-B1A7-1CCB1DDD5F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1117-76C8-4D4C-062C-046E6D1FE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C513E-5666-A994-4444-CE6E7013D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9471-3D7E-42C9-6B83-EDE89F09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3507-661C-A846-D5C3-E74B0E31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18F7C-4E82-11BE-A27E-4275C6C6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7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F140-4E34-16AA-3F88-4FCA573A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D9E74-3F13-70C9-2C92-2A5F1448F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C99BB-37C2-0B9B-D490-138E5EB5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D2B2-494E-9C7A-50F0-E8EF5933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432FD-28F2-1DBF-EF55-8D6C4513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5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E549-AE1A-0865-C4F8-BCF77812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C67EF-B6BD-E56C-9019-CEE2716D7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0D861-59B6-E550-982D-7B715158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F947-7D7A-FE72-F849-097A752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3400B-1B2E-1A52-07E3-32FAB3B0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1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F1EB-0BDD-BC43-F5E9-254054CA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A9924-0C73-DD56-D6E5-7F5173BEC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441DC-E072-C33A-0216-79A31A525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8B5D-8DE2-FF85-898A-71D66DAE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5B896-C67A-AB8B-ADF3-B294A87D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9CAD6-3902-B8A2-6B75-39FE2C7D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4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6889-8C16-8A1D-51D0-0CA6B2F9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4A0B-E5F1-83CF-FC21-B0E96028F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7BD9E-3280-6C61-97AF-FAF77C1E6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D813B-5A4C-4499-7FEA-1F2C95D31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D5E6F-0AB6-EF2F-E336-174AF06B5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871F9-50BB-47F2-365A-657FA9E3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ACCAD-D554-89DC-F916-2538EA32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36A89-ABA1-6136-4F53-DCB576A1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3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3D84-06EE-E65C-D690-70CF3724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83DC7-244D-E47E-6E51-A5610C53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097E8-165E-4CB6-08D5-E8FC0891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8126-AC73-75B3-378E-1D187076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6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9177B-82BF-8D54-7814-91C4C230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3E75D-0D3D-67CF-D610-FB04A65E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8F800-F642-F36D-A720-E2ADCFA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2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F47A-5A27-DFD0-AD7C-00DE3296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1332-2EFA-0C65-6022-3D23E60E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10FB2-9AE7-E76B-B388-7621E25F6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C7597-D8B9-1E02-AC93-2827CC5E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03837-DD00-3286-C67C-7CF64106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3CCAB-0F74-7DF8-B09B-00689BCF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6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627E-1014-E819-1B15-20CE2238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EBAC0-4937-49D1-7E76-CD3A8A3AA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826E9-D100-2C59-6785-050FC0ADE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D8F94-DDD1-EAEA-B963-650DBFE1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A1C5A-3FB2-7B05-E48C-E9B055BD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344F8-D2DE-CBFB-8912-6C27A80B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024B-02CC-F395-8420-AE0E821F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33EE6-E297-6658-7CCE-58E8BA913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9BADA-5EF4-69BE-F9EF-A11068DD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4D55B-2DE4-13FD-D1D7-19204685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72119-67DB-0D2D-A7B8-6AED91C8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6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B7E4C-E74D-C5A9-F88D-54E87B85F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B8410-0891-7ADB-15A5-99A029863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94DC-E614-B964-8992-F7935DDA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29D9B-E143-BFD0-A0D1-D243ED1F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A50E-3D45-CED2-459F-EC3867F5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1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BEF66-0B88-3456-A31C-35A1024D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4054D-28FC-E712-83C3-5E14BBD95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6E7E8-F459-99AF-8A88-39D26318C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0EF60-673B-4661-86B4-56BD4A2DAE1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FB0A-8688-1B90-6191-33EACEC5A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23150-A21C-EB25-1175-107F2F3B3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E298B-BE63-49FE-86FD-C65A186D5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2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9F9EF82-2730-B0EB-34FE-6ED675A7B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83"/>
            <a:ext cx="6084344" cy="33147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51FBA4-B1CF-FAC2-3E2B-CB21494A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165183"/>
            <a:ext cx="6427244" cy="350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5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7ED3-6D75-98B1-590A-E6E798B3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A72F697-5A58-23B3-C5BA-FD96D407F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83"/>
            <a:ext cx="6084344" cy="33147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92746-1A13-AECF-0BC2-75089D6A0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165183"/>
            <a:ext cx="6427244" cy="35015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91B7F7-8965-4728-41D3-D3086A837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35" y="0"/>
            <a:ext cx="11623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8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C696-49CC-2750-E068-F0F6931D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E5F6C-718B-1640-6BAF-5E1A862A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3" y="94299"/>
            <a:ext cx="5298838" cy="35042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5BD01E-D6E8-E97D-3045-2CE5EE1FA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498" y="-75281"/>
            <a:ext cx="5298838" cy="3504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5607E8-99E9-E943-CEED-DD31B570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21" y="3353901"/>
            <a:ext cx="5185281" cy="3429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DBF236-2A75-565B-C79E-EBEDAF923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055" y="3353901"/>
            <a:ext cx="5185281" cy="3429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79EC81-901D-7A57-9FFC-3F72EC61B025}"/>
              </a:ext>
            </a:extLst>
          </p:cNvPr>
          <p:cNvSpPr txBox="1"/>
          <p:nvPr/>
        </p:nvSpPr>
        <p:spPr>
          <a:xfrm>
            <a:off x="1899139" y="1492193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Kpi,Kii</a:t>
            </a:r>
            <a:r>
              <a:rPr lang="en-US" dirty="0"/>
              <a:t>=0.85Kpi,Kii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FE73C-9FE4-D9DB-098F-1327E548DBF9}"/>
              </a:ext>
            </a:extLst>
          </p:cNvPr>
          <p:cNvSpPr txBox="1"/>
          <p:nvPr/>
        </p:nvSpPr>
        <p:spPr>
          <a:xfrm>
            <a:off x="7904286" y="1454644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Kppll,Kipll</a:t>
            </a:r>
            <a:r>
              <a:rPr lang="en-US" dirty="0"/>
              <a:t>=0.5/0.75Kppll,Kipll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59A1D-BD74-D06F-0C6C-B8E6F273916E}"/>
              </a:ext>
            </a:extLst>
          </p:cNvPr>
          <p:cNvSpPr txBox="1"/>
          <p:nvPr/>
        </p:nvSpPr>
        <p:spPr>
          <a:xfrm>
            <a:off x="1899139" y="4751795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GFLI_L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EE19E-F791-47FE-52FC-655C9E163C20}"/>
              </a:ext>
            </a:extLst>
          </p:cNvPr>
          <p:cNvSpPr txBox="1"/>
          <p:nvPr/>
        </p:nvSpPr>
        <p:spPr>
          <a:xfrm>
            <a:off x="8845062" y="4751795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GFLI_L(Lf1+Lf2)</a:t>
            </a:r>
          </a:p>
        </p:txBody>
      </p:sp>
    </p:spTree>
    <p:extLst>
      <p:ext uri="{BB962C8B-B14F-4D97-AF65-F5344CB8AC3E}">
        <p14:creationId xmlns:p14="http://schemas.microsoft.com/office/powerpoint/2010/main" val="258405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7760-6996-CA8A-97A6-6707E7A7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C5717-EFCC-A0C6-3DCB-8D6AF0FFED14}"/>
              </a:ext>
            </a:extLst>
          </p:cNvPr>
          <p:cNvSpPr txBox="1"/>
          <p:nvPr/>
        </p:nvSpPr>
        <p:spPr>
          <a:xfrm>
            <a:off x="668215" y="606669"/>
            <a:ext cx="667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4: Evaluation with Black-Box EMT Measurement-Based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8CCB99-135D-D19F-BCFF-DE2E31AE0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65" y="1133927"/>
            <a:ext cx="9522069" cy="27132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6CC092-0AFF-9B72-C8E3-EF9F2596A94B}"/>
              </a:ext>
            </a:extLst>
          </p:cNvPr>
          <p:cNvSpPr txBox="1"/>
          <p:nvPr/>
        </p:nvSpPr>
        <p:spPr>
          <a:xfrm>
            <a:off x="668215" y="4264269"/>
            <a:ext cx="615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Create a table for comparison under different noise levels</a:t>
            </a:r>
          </a:p>
        </p:txBody>
      </p:sp>
    </p:spTree>
    <p:extLst>
      <p:ext uri="{BB962C8B-B14F-4D97-AF65-F5344CB8AC3E}">
        <p14:creationId xmlns:p14="http://schemas.microsoft.com/office/powerpoint/2010/main" val="236762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15E5-F5E6-EA98-825C-10E2B79A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12D61B-6707-0703-3F27-EAC9873AC25D}"/>
              </a:ext>
            </a:extLst>
          </p:cNvPr>
          <p:cNvSpPr txBox="1"/>
          <p:nvPr/>
        </p:nvSpPr>
        <p:spPr>
          <a:xfrm>
            <a:off x="668215" y="606669"/>
            <a:ext cx="11335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5: Evaluation with different non-IID levels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Create a table with different hyperparameters (vertical)  and test MSE for different non-IID levels (Small variation in parameters, larger variation, and different IBR structure (L-filter))</a:t>
            </a:r>
          </a:p>
        </p:txBody>
      </p:sp>
    </p:spTree>
    <p:extLst>
      <p:ext uri="{BB962C8B-B14F-4D97-AF65-F5344CB8AC3E}">
        <p14:creationId xmlns:p14="http://schemas.microsoft.com/office/powerpoint/2010/main" val="56056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47237-3B35-CBA4-7992-FC2AA33C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7DD9D-1231-98EA-B1A7-1CCB1DDD5FF8}"/>
              </a:ext>
            </a:extLst>
          </p:cNvPr>
          <p:cNvSpPr txBox="1"/>
          <p:nvPr/>
        </p:nvSpPr>
        <p:spPr>
          <a:xfrm>
            <a:off x="668215" y="606669"/>
            <a:ext cx="11412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6: Application of the estimated admittance models to IBR–grid small-signal stability analysis.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 Create a table: including multiple operating points (vertical), multiple error levels (from previous scenario(non-IID/noise)) =&gt; Stability decision and add some more EMT validation</a:t>
            </a:r>
          </a:p>
        </p:txBody>
      </p:sp>
    </p:spTree>
    <p:extLst>
      <p:ext uri="{BB962C8B-B14F-4D97-AF65-F5344CB8AC3E}">
        <p14:creationId xmlns:p14="http://schemas.microsoft.com/office/powerpoint/2010/main" val="286628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133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2026-03-25T15:14:22Z</dcterms:created>
  <dcterms:modified xsi:type="dcterms:W3CDTF">2026-04-27T14:23:31Z</dcterms:modified>
</cp:coreProperties>
</file>