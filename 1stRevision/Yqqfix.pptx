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3AB82E-CADF-4B03-8F55-15797AAA810D}" v="1" dt="2026-03-26T14:18:12.7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8" d="100"/>
          <a:sy n="98" d="100"/>
        </p:scale>
        <p:origin x="96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oang, Quang Manh" userId="1c61224f-ec88-4d4b-ad8c-d1c568721deb" providerId="ADAL" clId="{1A4E9071-D4A9-4D30-A7D1-538CF7032776}"/>
    <pc:docChg chg="modSld">
      <pc:chgData name="Hoang, Quang Manh" userId="1c61224f-ec88-4d4b-ad8c-d1c568721deb" providerId="ADAL" clId="{1A4E9071-D4A9-4D30-A7D1-538CF7032776}" dt="2026-03-26T14:18:17.057" v="5" actId="1076"/>
      <pc:docMkLst>
        <pc:docMk/>
      </pc:docMkLst>
      <pc:sldChg chg="addSp modSp mod">
        <pc:chgData name="Hoang, Quang Manh" userId="1c61224f-ec88-4d4b-ad8c-d1c568721deb" providerId="ADAL" clId="{1A4E9071-D4A9-4D30-A7D1-538CF7032776}" dt="2026-03-26T14:18:17.057" v="5" actId="1076"/>
        <pc:sldMkLst>
          <pc:docMk/>
          <pc:sldMk cId="2129658656" sldId="256"/>
        </pc:sldMkLst>
        <pc:picChg chg="add mod">
          <ac:chgData name="Hoang, Quang Manh" userId="1c61224f-ec88-4d4b-ad8c-d1c568721deb" providerId="ADAL" clId="{1A4E9071-D4A9-4D30-A7D1-538CF7032776}" dt="2026-03-26T14:18:17.057" v="5" actId="1076"/>
          <ac:picMkLst>
            <pc:docMk/>
            <pc:sldMk cId="2129658656" sldId="256"/>
            <ac:picMk id="2" creationId="{959C2A01-9D13-B40C-9403-542E685C30BC}"/>
          </ac:picMkLst>
        </pc:picChg>
        <pc:picChg chg="mod">
          <ac:chgData name="Hoang, Quang Manh" userId="1c61224f-ec88-4d4b-ad8c-d1c568721deb" providerId="ADAL" clId="{1A4E9071-D4A9-4D30-A7D1-538CF7032776}" dt="2026-03-26T14:18:09.699" v="1" actId="1076"/>
          <ac:picMkLst>
            <pc:docMk/>
            <pc:sldMk cId="2129658656" sldId="256"/>
            <ac:picMk id="7" creationId="{5ACE9A97-285A-9ACB-D0AA-A377B3E9AA8A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811C8-C2FF-B73C-3B7B-A9F074E536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32D055-DEC3-AE1F-32C7-17CFF6E64A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4F1CB0-E437-2A16-1771-67BEE1D30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C0E94-F27B-41F9-A635-69B7436B7B73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4DA9B8-C548-977B-2387-244E89B07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5D976F-9EED-E73C-823B-DF70D7C73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CE301-469F-405F-A559-4ED85F1601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0677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61BA8-23BE-186F-416C-1E29DEDFD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A301FA-939D-D824-7758-4B72E55F1A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DE7178-AE70-BB42-F1B6-6510C76CD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C0E94-F27B-41F9-A635-69B7436B7B73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17385C-C281-69E8-516C-90DAC9DF3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3736A2-36B3-2EC4-25C8-AA0684B72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CE301-469F-405F-A559-4ED85F1601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776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57444-45F0-53CC-F088-025F20DC4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D67A8C-E933-CD7D-6A3F-3BA39E111E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DB9FF9-D1A7-973A-5181-03CC4543B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C0E94-F27B-41F9-A635-69B7436B7B73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942D23-B72F-EDA4-AF7B-9D9F05849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643E43-01B1-912A-399A-CA8FDBA5E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CE301-469F-405F-A559-4ED85F1601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047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50296-E707-359B-927F-DDAF0AC43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CE53C6-2643-6D87-E99A-3200A5C1B6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DE054B-23E5-7286-F23F-136CD7B36E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A2C3C5-ACA5-B0DA-285A-30019AA34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C0E94-F27B-41F9-A635-69B7436B7B73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67DCF2-B69E-8407-BCCE-9C593CEAC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FA5CC5-624F-492F-6D16-DB4180D39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CE301-469F-405F-A559-4ED85F1601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384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F10C2-1A1C-75FF-C463-E5D4F4949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43E155-559D-BFA7-0550-73F86A9E6F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96955C-1FEC-1573-4904-0DA6017041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693FB2-10D8-D57B-EEAE-9FFDDA39F3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674772-DA97-4863-4689-DD69C296AF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512CD5-D607-69A9-04DF-4CE890C30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C0E94-F27B-41F9-A635-69B7436B7B73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1C4C32-0757-6FB5-36FA-5C7472FDD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DAEDB0-E084-7355-DCB8-256983C32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CE301-469F-405F-A559-4ED85F1601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122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E4004-A4CA-56BC-572F-3242A1FB9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D6D288-0584-F12C-2EA3-A0BA0CDF9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C0E94-F27B-41F9-A635-69B7436B7B73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DD0399-E490-7973-3B1E-D1C51C3BC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3D8B66-608A-D109-7B43-CABB61F59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CE301-469F-405F-A559-4ED85F1601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769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A0D839-EC70-4023-FDCF-0B560038C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C0E94-F27B-41F9-A635-69B7436B7B73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7A105D-2D8E-18D3-B08A-942BC5824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0B4006-ACB7-04F7-5E37-63D447D86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CE301-469F-405F-A559-4ED85F1601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8718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57797-A3AD-35D3-7954-BAC1EF428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3B9E0F-FDD3-B210-3203-D80C1D8F78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E3481E-2058-F766-2614-CB89764D80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C845A6-E466-8820-F95D-F2047F16D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C0E94-F27B-41F9-A635-69B7436B7B73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645675-08DD-FA4F-1B93-BC68DCAC4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2CBE11-BC31-027C-429C-A711842A0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CE301-469F-405F-A559-4ED85F1601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5795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196A3-32D8-AD76-D689-62CC104F7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473F5C-71B9-C07B-A5B3-B9F8A9661F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FE4017-C0DF-CF0D-8929-F1DA29606F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66D315-20CB-1ECF-0355-F3A223CD9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C0E94-F27B-41F9-A635-69B7436B7B73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CF41FA-F76B-8DBE-6DFE-77F525AF8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09F2DF-0AC9-2A1C-DE49-EAE10A2E7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CE301-469F-405F-A559-4ED85F1601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481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A43E2-AAE6-D347-6C45-3631A21BB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428A28-52FC-CEBF-E8EC-F40FDA7BF0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F44184-26FE-E244-FA56-1E33C628A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C0E94-F27B-41F9-A635-69B7436B7B73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015288-D2BD-AAFA-FB2F-92C2F5812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F2AE5F-4A23-550C-2C6A-1B49C15B7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CE301-469F-405F-A559-4ED85F1601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93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942D4E-E334-EB01-35EC-76688D5AB9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A02FBC-606D-26AF-C2DA-E9CB5C75F9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ECDBA9-D24B-BDBB-6E7D-03D9BC482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C0E94-F27B-41F9-A635-69B7436B7B73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CC022-B42D-1FED-7444-54C8A9DBD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D40FC1-6777-2B7C-C712-AC61A486C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CE301-469F-405F-A559-4ED85F1601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561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A1E195-726F-C2BE-3427-CF61FC86F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8E3E10-180D-E59F-345F-928D475325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D4E33E-11DF-96F7-F955-ADB219D70A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AC0E94-F27B-41F9-A635-69B7436B7B73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A026CD-7DDD-1D2E-B99D-C26FB1B62F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8B932B-A47C-507D-A1B3-A95FF52423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ECE301-469F-405F-A559-4ED85F1601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133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ACE9A97-285A-9ACB-D0AA-A377B3E9AA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0"/>
            <a:ext cx="7210425" cy="348441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59C2A01-9D13-B40C-9403-542E685C30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8542" y="3586204"/>
            <a:ext cx="6364928" cy="3091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6586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880E4-9206-583A-6852-FA7E08F73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1656F1A-FC9D-A7F3-9BBD-D50D7D99A9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197" y="583660"/>
            <a:ext cx="11300187" cy="5488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6960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Hoang, Quang Manh</dc:creator>
  <cp:lastModifiedBy>Hoang, Quang Manh</cp:lastModifiedBy>
  <cp:revision>1</cp:revision>
  <dcterms:created xsi:type="dcterms:W3CDTF">2026-03-25T20:46:17Z</dcterms:created>
  <dcterms:modified xsi:type="dcterms:W3CDTF">2026-03-26T14:18:17Z</dcterms:modified>
</cp:coreProperties>
</file>