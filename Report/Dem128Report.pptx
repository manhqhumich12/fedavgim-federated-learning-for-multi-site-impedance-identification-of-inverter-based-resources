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45642-1DAA-4646-8AC8-B13CC77C4A9E}" v="171" dt="2025-12-11T22:00:14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006" y="-1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undo custSel addSld delSld modSld sldOrd">
      <pc:chgData name="Hoang, Quang Manh" userId="1c61224f-ec88-4d4b-ad8c-d1c568721deb" providerId="ADAL" clId="{1A4E9071-D4A9-4D30-A7D1-538CF7032776}" dt="2025-12-11T22:00:19.697" v="4338" actId="478"/>
      <pc:docMkLst>
        <pc:docMk/>
      </pc:docMkLst>
      <pc:sldChg chg="addSp delSp modSp new mod">
        <pc:chgData name="Hoang, Quang Manh" userId="1c61224f-ec88-4d4b-ad8c-d1c568721deb" providerId="ADAL" clId="{1A4E9071-D4A9-4D30-A7D1-538CF7032776}" dt="2025-12-01T20:02:02.703" v="3103" actId="20577"/>
        <pc:sldMkLst>
          <pc:docMk/>
          <pc:sldMk cId="559955231" sldId="256"/>
        </pc:sldMkLst>
        <pc:spChg chg="add mod">
          <ac:chgData name="Hoang, Quang Manh" userId="1c61224f-ec88-4d4b-ad8c-d1c568721deb" providerId="ADAL" clId="{1A4E9071-D4A9-4D30-A7D1-538CF7032776}" dt="2025-12-01T19:30:26.259" v="2374" actId="20577"/>
          <ac:spMkLst>
            <pc:docMk/>
            <pc:sldMk cId="559955231" sldId="256"/>
            <ac:spMk id="4" creationId="{A03EABE9-BFA2-0372-F8B3-6E6B9FC7E4CE}"/>
          </ac:spMkLst>
        </pc:spChg>
        <pc:spChg chg="add mod">
          <ac:chgData name="Hoang, Quang Manh" userId="1c61224f-ec88-4d4b-ad8c-d1c568721deb" providerId="ADAL" clId="{1A4E9071-D4A9-4D30-A7D1-538CF7032776}" dt="2025-12-01T20:02:02.703" v="3103" actId="20577"/>
          <ac:spMkLst>
            <pc:docMk/>
            <pc:sldMk cId="559955231" sldId="256"/>
            <ac:spMk id="7" creationId="{1835E67F-ABBE-6FE0-DA4F-7902658B0426}"/>
          </ac:spMkLst>
        </pc:spChg>
        <pc:spChg chg="add mod">
          <ac:chgData name="Hoang, Quang Manh" userId="1c61224f-ec88-4d4b-ad8c-d1c568721deb" providerId="ADAL" clId="{1A4E9071-D4A9-4D30-A7D1-538CF7032776}" dt="2025-12-01T19:52:32.215" v="2915" actId="693"/>
          <ac:spMkLst>
            <pc:docMk/>
            <pc:sldMk cId="559955231" sldId="256"/>
            <ac:spMk id="11" creationId="{CE460B5C-285C-DAFE-8ADB-40BBC1E16968}"/>
          </ac:spMkLst>
        </pc:spChg>
        <pc:spChg chg="add mod">
          <ac:chgData name="Hoang, Quang Manh" userId="1c61224f-ec88-4d4b-ad8c-d1c568721deb" providerId="ADAL" clId="{1A4E9071-D4A9-4D30-A7D1-538CF7032776}" dt="2025-12-01T19:53:36.441" v="2935" actId="208"/>
          <ac:spMkLst>
            <pc:docMk/>
            <pc:sldMk cId="559955231" sldId="256"/>
            <ac:spMk id="18" creationId="{75DB1229-FA05-93CB-B19B-B26AFF1ABE0A}"/>
          </ac:spMkLst>
        </pc:spChg>
        <pc:spChg chg="add mod">
          <ac:chgData name="Hoang, Quang Manh" userId="1c61224f-ec88-4d4b-ad8c-d1c568721deb" providerId="ADAL" clId="{1A4E9071-D4A9-4D30-A7D1-538CF7032776}" dt="2025-12-01T19:59:38.370" v="3043" actId="14100"/>
          <ac:spMkLst>
            <pc:docMk/>
            <pc:sldMk cId="559955231" sldId="256"/>
            <ac:spMk id="19" creationId="{1F530683-D77C-D58D-9EF1-FBA3216FB393}"/>
          </ac:spMkLst>
        </pc:sp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2" creationId="{A146C798-EF38-970B-30F1-6DB3737C2E61}"/>
          </ac:picMkLst>
        </pc:pic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3" creationId="{3A0E9A50-D006-74FB-B0A4-8A74C0CD7021}"/>
          </ac:picMkLst>
        </pc:pic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6" creationId="{8AA13913-2118-4ED5-217A-3626B24DE8FC}"/>
          </ac:picMkLst>
        </pc:picChg>
        <pc:picChg chg="add mod">
          <ac:chgData name="Hoang, Quang Manh" userId="1c61224f-ec88-4d4b-ad8c-d1c568721deb" providerId="ADAL" clId="{1A4E9071-D4A9-4D30-A7D1-538CF7032776}" dt="2025-12-01T19:51:49.010" v="2910" actId="1076"/>
          <ac:picMkLst>
            <pc:docMk/>
            <pc:sldMk cId="559955231" sldId="256"/>
            <ac:picMk id="8" creationId="{9EE2919F-0312-EBB1-1301-6F4C4E78E1CE}"/>
          </ac:picMkLst>
        </pc:picChg>
        <pc:picChg chg="add mod">
          <ac:chgData name="Hoang, Quang Manh" userId="1c61224f-ec88-4d4b-ad8c-d1c568721deb" providerId="ADAL" clId="{1A4E9071-D4A9-4D30-A7D1-538CF7032776}" dt="2025-12-01T19:53:09.789" v="2927" actId="1076"/>
          <ac:picMkLst>
            <pc:docMk/>
            <pc:sldMk cId="559955231" sldId="256"/>
            <ac:picMk id="12" creationId="{C14B35A8-41D7-70EA-94B2-AC6C54CC5FD8}"/>
          </ac:picMkLst>
        </pc:picChg>
        <pc:picChg chg="add mod">
          <ac:chgData name="Hoang, Quang Manh" userId="1c61224f-ec88-4d4b-ad8c-d1c568721deb" providerId="ADAL" clId="{1A4E9071-D4A9-4D30-A7D1-538CF7032776}" dt="2025-12-01T19:53:06.323" v="2925" actId="1076"/>
          <ac:picMkLst>
            <pc:docMk/>
            <pc:sldMk cId="559955231" sldId="256"/>
            <ac:picMk id="15" creationId="{5AAF5D26-86CB-5355-8033-79EDDC56B719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1-29T20:47:00.650" v="2333" actId="14100"/>
        <pc:sldMkLst>
          <pc:docMk/>
          <pc:sldMk cId="2086785833" sldId="258"/>
        </pc:sldMkLst>
        <pc:picChg chg="add mod">
          <ac:chgData name="Hoang, Quang Manh" userId="1c61224f-ec88-4d4b-ad8c-d1c568721deb" providerId="ADAL" clId="{1A4E9071-D4A9-4D30-A7D1-538CF7032776}" dt="2025-11-29T20:47:00.650" v="2333" actId="14100"/>
          <ac:picMkLst>
            <pc:docMk/>
            <pc:sldMk cId="2086785833" sldId="258"/>
            <ac:picMk id="2052" creationId="{08DEA035-7DA4-D8EB-C8B4-8DA383322A9C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1-29T20:48:37.019" v="2362" actId="1076"/>
        <pc:sldMkLst>
          <pc:docMk/>
          <pc:sldMk cId="3827276180" sldId="259"/>
        </pc:sldMkLst>
        <pc:spChg chg="mod">
          <ac:chgData name="Hoang, Quang Manh" userId="1c61224f-ec88-4d4b-ad8c-d1c568721deb" providerId="ADAL" clId="{1A4E9071-D4A9-4D30-A7D1-538CF7032776}" dt="2025-11-24T16:21:46.451" v="1342" actId="255"/>
          <ac:spMkLst>
            <pc:docMk/>
            <pc:sldMk cId="3827276180" sldId="259"/>
            <ac:spMk id="4" creationId="{CB92A60A-3347-3109-D5AC-15C26C67EE9B}"/>
          </ac:spMkLst>
        </pc:spChg>
        <pc:spChg chg="add mod">
          <ac:chgData name="Hoang, Quang Manh" userId="1c61224f-ec88-4d4b-ad8c-d1c568721deb" providerId="ADAL" clId="{1A4E9071-D4A9-4D30-A7D1-538CF7032776}" dt="2025-11-29T20:48:37.019" v="2362" actId="1076"/>
          <ac:spMkLst>
            <pc:docMk/>
            <pc:sldMk cId="3827276180" sldId="259"/>
            <ac:spMk id="7" creationId="{60F2900E-67FE-4E1F-BD5A-6F3B2D0DA51F}"/>
          </ac:spMkLst>
        </pc:spChg>
        <pc:spChg chg="add mod">
          <ac:chgData name="Hoang, Quang Manh" userId="1c61224f-ec88-4d4b-ad8c-d1c568721deb" providerId="ADAL" clId="{1A4E9071-D4A9-4D30-A7D1-538CF7032776}" dt="2025-11-29T20:48:15.938" v="2358" actId="1076"/>
          <ac:spMkLst>
            <pc:docMk/>
            <pc:sldMk cId="3827276180" sldId="259"/>
            <ac:spMk id="10" creationId="{BCA0B677-91A8-B976-D7BB-F281908FECF2}"/>
          </ac:spMkLst>
        </pc:spChg>
        <pc:spChg chg="add mod">
          <ac:chgData name="Hoang, Quang Manh" userId="1c61224f-ec88-4d4b-ad8c-d1c568721deb" providerId="ADAL" clId="{1A4E9071-D4A9-4D30-A7D1-538CF7032776}" dt="2025-11-29T20:48:28.170" v="2360" actId="1076"/>
          <ac:spMkLst>
            <pc:docMk/>
            <pc:sldMk cId="3827276180" sldId="259"/>
            <ac:spMk id="11" creationId="{253E5EFD-B763-69CD-DF2A-B250F820727A}"/>
          </ac:spMkLst>
        </pc:spChg>
        <pc:spChg chg="add mod">
          <ac:chgData name="Hoang, Quang Manh" userId="1c61224f-ec88-4d4b-ad8c-d1c568721deb" providerId="ADAL" clId="{1A4E9071-D4A9-4D30-A7D1-538CF7032776}" dt="2025-11-29T20:48:15.938" v="2358" actId="1076"/>
          <ac:spMkLst>
            <pc:docMk/>
            <pc:sldMk cId="3827276180" sldId="259"/>
            <ac:spMk id="12" creationId="{2A901595-5378-48A1-221B-773FA1FB3926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17" creationId="{54EC015A-906E-DA68-D5C7-422F551FE10E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18" creationId="{4B15F4EE-39D9-BD2A-8E7C-DA442A7FCBBB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19" creationId="{A03CB133-7E81-6BFE-0B37-CDFA7A5C1304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20" creationId="{E6BE15E3-A7A0-20C4-1013-F192FB5C7720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21" creationId="{2A6D55E7-3BF9-1E17-26B9-B94F8D713AA0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22" creationId="{E35AC37D-F898-D87D-D39A-CCDFCBDA84AD}"/>
          </ac:spMkLst>
        </pc:spChg>
        <pc:picChg chg="add mod">
          <ac:chgData name="Hoang, Quang Manh" userId="1c61224f-ec88-4d4b-ad8c-d1c568721deb" providerId="ADAL" clId="{1A4E9071-D4A9-4D30-A7D1-538CF7032776}" dt="2025-11-29T20:48:28.170" v="2360" actId="1076"/>
          <ac:picMkLst>
            <pc:docMk/>
            <pc:sldMk cId="3827276180" sldId="259"/>
            <ac:picMk id="6" creationId="{3AE25D1E-360E-E57F-60CE-E96B1F7FBD16}"/>
          </ac:picMkLst>
        </pc:picChg>
        <pc:picChg chg="add mod">
          <ac:chgData name="Hoang, Quang Manh" userId="1c61224f-ec88-4d4b-ad8c-d1c568721deb" providerId="ADAL" clId="{1A4E9071-D4A9-4D30-A7D1-538CF7032776}" dt="2025-11-29T20:48:15.938" v="2358" actId="1076"/>
          <ac:picMkLst>
            <pc:docMk/>
            <pc:sldMk cId="3827276180" sldId="259"/>
            <ac:picMk id="9" creationId="{E1B577ED-B272-CA66-ADBB-B6B426D6C1F7}"/>
          </ac:picMkLst>
        </pc:picChg>
        <pc:picChg chg="add mod">
          <ac:chgData name="Hoang, Quang Manh" userId="1c61224f-ec88-4d4b-ad8c-d1c568721deb" providerId="ADAL" clId="{1A4E9071-D4A9-4D30-A7D1-538CF7032776}" dt="2025-11-29T20:48:33.363" v="2361" actId="1076"/>
          <ac:picMkLst>
            <pc:docMk/>
            <pc:sldMk cId="3827276180" sldId="259"/>
            <ac:picMk id="14" creationId="{79C8174C-499A-F967-BFE2-5D12A0C65150}"/>
          </ac:picMkLst>
        </pc:picChg>
        <pc:picChg chg="add mod">
          <ac:chgData name="Hoang, Quang Manh" userId="1c61224f-ec88-4d4b-ad8c-d1c568721deb" providerId="ADAL" clId="{1A4E9071-D4A9-4D30-A7D1-538CF7032776}" dt="2025-11-29T20:48:19.499" v="2359" actId="1076"/>
          <ac:picMkLst>
            <pc:docMk/>
            <pc:sldMk cId="3827276180" sldId="259"/>
            <ac:picMk id="16" creationId="{00EBF704-3AE1-34B4-83D6-079871D0229D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1-29T20:48:59.785" v="2367" actId="1076"/>
        <pc:sldMkLst>
          <pc:docMk/>
          <pc:sldMk cId="2152546670" sldId="261"/>
        </pc:sldMkLst>
        <pc:spChg chg="mod">
          <ac:chgData name="Hoang, Quang Manh" userId="1c61224f-ec88-4d4b-ad8c-d1c568721deb" providerId="ADAL" clId="{1A4E9071-D4A9-4D30-A7D1-538CF7032776}" dt="2025-11-24T16:38:11.137" v="1981" actId="20577"/>
          <ac:spMkLst>
            <pc:docMk/>
            <pc:sldMk cId="2152546670" sldId="261"/>
            <ac:spMk id="4" creationId="{131E9FDD-C5C4-61B7-ECA3-6B57A20171EC}"/>
          </ac:spMkLst>
        </pc:spChg>
        <pc:picChg chg="add mod">
          <ac:chgData name="Hoang, Quang Manh" userId="1c61224f-ec88-4d4b-ad8c-d1c568721deb" providerId="ADAL" clId="{1A4E9071-D4A9-4D30-A7D1-538CF7032776}" dt="2025-11-29T20:46:31.242" v="2325" actId="1076"/>
          <ac:picMkLst>
            <pc:docMk/>
            <pc:sldMk cId="2152546670" sldId="261"/>
            <ac:picMk id="2" creationId="{AE8CFF51-DC0A-0965-D577-45F359B5B18E}"/>
          </ac:picMkLst>
        </pc:picChg>
        <pc:picChg chg="add mod">
          <ac:chgData name="Hoang, Quang Manh" userId="1c61224f-ec88-4d4b-ad8c-d1c568721deb" providerId="ADAL" clId="{1A4E9071-D4A9-4D30-A7D1-538CF7032776}" dt="2025-11-29T20:46:33.706" v="2326" actId="1076"/>
          <ac:picMkLst>
            <pc:docMk/>
            <pc:sldMk cId="2152546670" sldId="261"/>
            <ac:picMk id="3" creationId="{276A6413-562E-EA96-F577-CFFB081DFFFE}"/>
          </ac:picMkLst>
        </pc:picChg>
        <pc:picChg chg="add mod">
          <ac:chgData name="Hoang, Quang Manh" userId="1c61224f-ec88-4d4b-ad8c-d1c568721deb" providerId="ADAL" clId="{1A4E9071-D4A9-4D30-A7D1-538CF7032776}" dt="2025-11-29T20:48:59.785" v="2367" actId="1076"/>
          <ac:picMkLst>
            <pc:docMk/>
            <pc:sldMk cId="2152546670" sldId="261"/>
            <ac:picMk id="5" creationId="{2533CBFA-E69A-5D55-B2E7-8E1268D0864C}"/>
          </ac:picMkLst>
        </pc:picChg>
        <pc:picChg chg="add mod">
          <ac:chgData name="Hoang, Quang Manh" userId="1c61224f-ec88-4d4b-ad8c-d1c568721deb" providerId="ADAL" clId="{1A4E9071-D4A9-4D30-A7D1-538CF7032776}" dt="2025-11-29T20:48:58.434" v="2366" actId="1076"/>
          <ac:picMkLst>
            <pc:docMk/>
            <pc:sldMk cId="2152546670" sldId="261"/>
            <ac:picMk id="2050" creationId="{3BD81020-CC42-9954-6E25-BE9572172019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0:51:06.476" v="4096" actId="20577"/>
        <pc:sldMkLst>
          <pc:docMk/>
          <pc:sldMk cId="3269558359" sldId="262"/>
        </pc:sldMkLst>
        <pc:spChg chg="mod">
          <ac:chgData name="Hoang, Quang Manh" userId="1c61224f-ec88-4d4b-ad8c-d1c568721deb" providerId="ADAL" clId="{1A4E9071-D4A9-4D30-A7D1-538CF7032776}" dt="2025-12-08T20:51:06.476" v="4096" actId="20577"/>
          <ac:spMkLst>
            <pc:docMk/>
            <pc:sldMk cId="3269558359" sldId="262"/>
            <ac:spMk id="4" creationId="{683E9AB1-87B4-F6B3-AA2F-2AFB3A4C47B5}"/>
          </ac:spMkLst>
        </pc:spChg>
        <pc:spChg chg="add mod">
          <ac:chgData name="Hoang, Quang Manh" userId="1c61224f-ec88-4d4b-ad8c-d1c568721deb" providerId="ADAL" clId="{1A4E9071-D4A9-4D30-A7D1-538CF7032776}" dt="2025-12-08T16:57:46.487" v="3177" actId="20577"/>
          <ac:spMkLst>
            <pc:docMk/>
            <pc:sldMk cId="3269558359" sldId="262"/>
            <ac:spMk id="5" creationId="{52A4C387-2C76-9B50-2C89-5203023F206F}"/>
          </ac:spMkLst>
        </pc:spChg>
      </pc:sldChg>
      <pc:sldChg chg="delSp modSp add mod">
        <pc:chgData name="Hoang, Quang Manh" userId="1c61224f-ec88-4d4b-ad8c-d1c568721deb" providerId="ADAL" clId="{1A4E9071-D4A9-4D30-A7D1-538CF7032776}" dt="2025-12-08T21:59:54.080" v="4187" actId="113"/>
        <pc:sldMkLst>
          <pc:docMk/>
          <pc:sldMk cId="3407875339" sldId="263"/>
        </pc:sldMkLst>
        <pc:spChg chg="mod">
          <ac:chgData name="Hoang, Quang Manh" userId="1c61224f-ec88-4d4b-ad8c-d1c568721deb" providerId="ADAL" clId="{1A4E9071-D4A9-4D30-A7D1-538CF7032776}" dt="2025-12-08T21:59:54.080" v="4187" actId="113"/>
          <ac:spMkLst>
            <pc:docMk/>
            <pc:sldMk cId="3407875339" sldId="263"/>
            <ac:spMk id="7" creationId="{749F0D23-DB4E-79EC-B907-5A300D22FBC4}"/>
          </ac:spMkLst>
        </pc:spChg>
      </pc:sldChg>
      <pc:sldChg chg="addSp delSp modSp add mod">
        <pc:chgData name="Hoang, Quang Manh" userId="1c61224f-ec88-4d4b-ad8c-d1c568721deb" providerId="ADAL" clId="{1A4E9071-D4A9-4D30-A7D1-538CF7032776}" dt="2025-12-08T20:49:37.140" v="4033" actId="20577"/>
        <pc:sldMkLst>
          <pc:docMk/>
          <pc:sldMk cId="3833447363" sldId="264"/>
        </pc:sldMkLst>
        <pc:spChg chg="mod">
          <ac:chgData name="Hoang, Quang Manh" userId="1c61224f-ec88-4d4b-ad8c-d1c568721deb" providerId="ADAL" clId="{1A4E9071-D4A9-4D30-A7D1-538CF7032776}" dt="2025-12-08T20:49:37.140" v="4033" actId="20577"/>
          <ac:spMkLst>
            <pc:docMk/>
            <pc:sldMk cId="3833447363" sldId="264"/>
            <ac:spMk id="4" creationId="{69082988-AD21-CB45-D3AE-3B29EC3A6DFB}"/>
          </ac:spMkLst>
        </pc:spChg>
        <pc:picChg chg="add mod">
          <ac:chgData name="Hoang, Quang Manh" userId="1c61224f-ec88-4d4b-ad8c-d1c568721deb" providerId="ADAL" clId="{1A4E9071-D4A9-4D30-A7D1-538CF7032776}" dt="2025-12-08T17:01:24.590" v="3254" actId="14100"/>
          <ac:picMkLst>
            <pc:docMk/>
            <pc:sldMk cId="3833447363" sldId="264"/>
            <ac:picMk id="16" creationId="{AC9BF221-8A00-BB2B-9209-D79A311DD866}"/>
          </ac:picMkLst>
        </pc:picChg>
        <pc:picChg chg="add mod">
          <ac:chgData name="Hoang, Quang Manh" userId="1c61224f-ec88-4d4b-ad8c-d1c568721deb" providerId="ADAL" clId="{1A4E9071-D4A9-4D30-A7D1-538CF7032776}" dt="2025-12-08T17:01:34.844" v="3261" actId="1076"/>
          <ac:picMkLst>
            <pc:docMk/>
            <pc:sldMk cId="3833447363" sldId="264"/>
            <ac:picMk id="20" creationId="{BA9AEDDB-04CB-4336-B8F6-45A0CFEB9EC4}"/>
          </ac:picMkLst>
        </pc:picChg>
        <pc:picChg chg="add mod">
          <ac:chgData name="Hoang, Quang Manh" userId="1c61224f-ec88-4d4b-ad8c-d1c568721deb" providerId="ADAL" clId="{1A4E9071-D4A9-4D30-A7D1-538CF7032776}" dt="2025-12-08T17:03:24.550" v="3307" actId="14100"/>
          <ac:picMkLst>
            <pc:docMk/>
            <pc:sldMk cId="3833447363" sldId="264"/>
            <ac:picMk id="22" creationId="{8BD677CC-49B5-EA96-27B5-E645C8A2EAF8}"/>
          </ac:picMkLst>
        </pc:picChg>
        <pc:picChg chg="add mod">
          <ac:chgData name="Hoang, Quang Manh" userId="1c61224f-ec88-4d4b-ad8c-d1c568721deb" providerId="ADAL" clId="{1A4E9071-D4A9-4D30-A7D1-538CF7032776}" dt="2025-12-08T17:02:09.525" v="3271" actId="1076"/>
          <ac:picMkLst>
            <pc:docMk/>
            <pc:sldMk cId="3833447363" sldId="264"/>
            <ac:picMk id="24" creationId="{6FFC7DE2-6FDD-A42F-7230-55B628F6B999}"/>
          </ac:picMkLst>
        </pc:picChg>
        <pc:picChg chg="add mod">
          <ac:chgData name="Hoang, Quang Manh" userId="1c61224f-ec88-4d4b-ad8c-d1c568721deb" providerId="ADAL" clId="{1A4E9071-D4A9-4D30-A7D1-538CF7032776}" dt="2025-12-08T17:03:18.965" v="3304" actId="1076"/>
          <ac:picMkLst>
            <pc:docMk/>
            <pc:sldMk cId="3833447363" sldId="264"/>
            <ac:picMk id="26" creationId="{EEB9DAE2-800F-3AEB-DE9F-A681FCE2A526}"/>
          </ac:picMkLst>
        </pc:picChg>
        <pc:picChg chg="add mod">
          <ac:chgData name="Hoang, Quang Manh" userId="1c61224f-ec88-4d4b-ad8c-d1c568721deb" providerId="ADAL" clId="{1A4E9071-D4A9-4D30-A7D1-538CF7032776}" dt="2025-12-08T17:03:22.732" v="3306" actId="1076"/>
          <ac:picMkLst>
            <pc:docMk/>
            <pc:sldMk cId="3833447363" sldId="264"/>
            <ac:picMk id="28" creationId="{7DBDA804-A610-41D1-7B1E-09D6BD7CBAAD}"/>
          </ac:picMkLst>
        </pc:picChg>
      </pc:sldChg>
      <pc:sldChg chg="delSp modSp add mod">
        <pc:chgData name="Hoang, Quang Manh" userId="1c61224f-ec88-4d4b-ad8c-d1c568721deb" providerId="ADAL" clId="{1A4E9071-D4A9-4D30-A7D1-538CF7032776}" dt="2025-12-08T20:49:33.374" v="4030" actId="20577"/>
        <pc:sldMkLst>
          <pc:docMk/>
          <pc:sldMk cId="1878072648" sldId="265"/>
        </pc:sldMkLst>
        <pc:spChg chg="mod">
          <ac:chgData name="Hoang, Quang Manh" userId="1c61224f-ec88-4d4b-ad8c-d1c568721deb" providerId="ADAL" clId="{1A4E9071-D4A9-4D30-A7D1-538CF7032776}" dt="2025-12-08T20:49:33.374" v="4030" actId="20577"/>
          <ac:spMkLst>
            <pc:docMk/>
            <pc:sldMk cId="1878072648" sldId="265"/>
            <ac:spMk id="4" creationId="{9C45BF4A-61AE-9C94-3CC1-85DCE2ABD8F5}"/>
          </ac:spMkLst>
        </pc:spChg>
        <pc:picChg chg="mod">
          <ac:chgData name="Hoang, Quang Manh" userId="1c61224f-ec88-4d4b-ad8c-d1c568721deb" providerId="ADAL" clId="{1A4E9071-D4A9-4D30-A7D1-538CF7032776}" dt="2025-12-08T17:02:58.276" v="3302" actId="1076"/>
          <ac:picMkLst>
            <pc:docMk/>
            <pc:sldMk cId="1878072648" sldId="265"/>
            <ac:picMk id="30" creationId="{D0784114-81B9-3CB6-58A3-28FDD222DEB8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0:49:42.397" v="4036" actId="20577"/>
        <pc:sldMkLst>
          <pc:docMk/>
          <pc:sldMk cId="2368300487" sldId="266"/>
        </pc:sldMkLst>
        <pc:spChg chg="mod">
          <ac:chgData name="Hoang, Quang Manh" userId="1c61224f-ec88-4d4b-ad8c-d1c568721deb" providerId="ADAL" clId="{1A4E9071-D4A9-4D30-A7D1-538CF7032776}" dt="2025-12-08T20:49:42.397" v="4036" actId="20577"/>
          <ac:spMkLst>
            <pc:docMk/>
            <pc:sldMk cId="2368300487" sldId="266"/>
            <ac:spMk id="4" creationId="{B07DBFA3-9778-DC41-09B1-6849D7CD3C62}"/>
          </ac:spMkLst>
        </pc:spChg>
        <pc:picChg chg="add mod">
          <ac:chgData name="Hoang, Quang Manh" userId="1c61224f-ec88-4d4b-ad8c-d1c568721deb" providerId="ADAL" clId="{1A4E9071-D4A9-4D30-A7D1-538CF7032776}" dt="2025-12-08T17:10:02.460" v="3415" actId="1076"/>
          <ac:picMkLst>
            <pc:docMk/>
            <pc:sldMk cId="2368300487" sldId="266"/>
            <ac:picMk id="8" creationId="{F28E04A2-D8E8-50E4-3177-1F220ED24A04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0:49:49.543" v="4039" actId="20577"/>
        <pc:sldMkLst>
          <pc:docMk/>
          <pc:sldMk cId="2867422999" sldId="267"/>
        </pc:sldMkLst>
        <pc:spChg chg="mod">
          <ac:chgData name="Hoang, Quang Manh" userId="1c61224f-ec88-4d4b-ad8c-d1c568721deb" providerId="ADAL" clId="{1A4E9071-D4A9-4D30-A7D1-538CF7032776}" dt="2025-12-08T20:49:49.543" v="4039" actId="20577"/>
          <ac:spMkLst>
            <pc:docMk/>
            <pc:sldMk cId="2867422999" sldId="267"/>
            <ac:spMk id="4" creationId="{AC60F29F-E12D-32C0-0061-D129BAFE9455}"/>
          </ac:spMkLst>
        </pc:spChg>
        <pc:picChg chg="add mod">
          <ac:chgData name="Hoang, Quang Manh" userId="1c61224f-ec88-4d4b-ad8c-d1c568721deb" providerId="ADAL" clId="{1A4E9071-D4A9-4D30-A7D1-538CF7032776}" dt="2025-12-08T17:09:02.852" v="3400" actId="1076"/>
          <ac:picMkLst>
            <pc:docMk/>
            <pc:sldMk cId="2867422999" sldId="267"/>
            <ac:picMk id="3" creationId="{65BF519D-1DBF-01F0-C7DE-50C8ED12C862}"/>
          </ac:picMkLst>
        </pc:picChg>
        <pc:picChg chg="add mod">
          <ac:chgData name="Hoang, Quang Manh" userId="1c61224f-ec88-4d4b-ad8c-d1c568721deb" providerId="ADAL" clId="{1A4E9071-D4A9-4D30-A7D1-538CF7032776}" dt="2025-12-08T17:09:54.979" v="3414" actId="14100"/>
          <ac:picMkLst>
            <pc:docMk/>
            <pc:sldMk cId="2867422999" sldId="267"/>
            <ac:picMk id="9" creationId="{118D9BD8-79B1-F522-C77F-759BEDC2FB7F}"/>
          </ac:picMkLst>
        </pc:picChg>
        <pc:picChg chg="add mod">
          <ac:chgData name="Hoang, Quang Manh" userId="1c61224f-ec88-4d4b-ad8c-d1c568721deb" providerId="ADAL" clId="{1A4E9071-D4A9-4D30-A7D1-538CF7032776}" dt="2025-12-08T17:09:50.292" v="3413" actId="14100"/>
          <ac:picMkLst>
            <pc:docMk/>
            <pc:sldMk cId="2867422999" sldId="267"/>
            <ac:picMk id="11" creationId="{CC41CDDE-8131-09F6-8C7B-391D5734054F}"/>
          </ac:picMkLst>
        </pc:picChg>
        <pc:picChg chg="add mod">
          <ac:chgData name="Hoang, Quang Manh" userId="1c61224f-ec88-4d4b-ad8c-d1c568721deb" providerId="ADAL" clId="{1A4E9071-D4A9-4D30-A7D1-538CF7032776}" dt="2025-12-08T17:09:47.571" v="3411" actId="1076"/>
          <ac:picMkLst>
            <pc:docMk/>
            <pc:sldMk cId="2867422999" sldId="267"/>
            <ac:picMk id="13" creationId="{9B1BDE35-F23D-40BF-B31A-B2F5FC3F51D0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0:49:57.006" v="4042" actId="20577"/>
        <pc:sldMkLst>
          <pc:docMk/>
          <pc:sldMk cId="3912071033" sldId="268"/>
        </pc:sldMkLst>
        <pc:spChg chg="mod">
          <ac:chgData name="Hoang, Quang Manh" userId="1c61224f-ec88-4d4b-ad8c-d1c568721deb" providerId="ADAL" clId="{1A4E9071-D4A9-4D30-A7D1-538CF7032776}" dt="2025-12-08T20:49:57.006" v="4042" actId="20577"/>
          <ac:spMkLst>
            <pc:docMk/>
            <pc:sldMk cId="3912071033" sldId="268"/>
            <ac:spMk id="4" creationId="{5EEE00C3-07AD-1872-AC5A-AAEC2A29211B}"/>
          </ac:spMkLst>
        </pc:spChg>
        <pc:picChg chg="add mod">
          <ac:chgData name="Hoang, Quang Manh" userId="1c61224f-ec88-4d4b-ad8c-d1c568721deb" providerId="ADAL" clId="{1A4E9071-D4A9-4D30-A7D1-538CF7032776}" dt="2025-12-08T17:08:52.548" v="3394" actId="1076"/>
          <ac:picMkLst>
            <pc:docMk/>
            <pc:sldMk cId="3912071033" sldId="268"/>
            <ac:picMk id="5" creationId="{1B2043CD-84E4-6336-8A0C-5EBF9D426FC1}"/>
          </ac:picMkLst>
        </pc:picChg>
        <pc:picChg chg="add mod">
          <ac:chgData name="Hoang, Quang Manh" userId="1c61224f-ec88-4d4b-ad8c-d1c568721deb" providerId="ADAL" clId="{1A4E9071-D4A9-4D30-A7D1-538CF7032776}" dt="2025-12-08T17:08:49.323" v="3392" actId="1076"/>
          <ac:picMkLst>
            <pc:docMk/>
            <pc:sldMk cId="3912071033" sldId="268"/>
            <ac:picMk id="8" creationId="{290C89EC-D045-FDCE-FC92-D35F9AD51959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0:50:25.397" v="4072" actId="20577"/>
        <pc:sldMkLst>
          <pc:docMk/>
          <pc:sldMk cId="767479971" sldId="269"/>
        </pc:sldMkLst>
        <pc:spChg chg="mod">
          <ac:chgData name="Hoang, Quang Manh" userId="1c61224f-ec88-4d4b-ad8c-d1c568721deb" providerId="ADAL" clId="{1A4E9071-D4A9-4D30-A7D1-538CF7032776}" dt="2025-12-08T20:50:25.397" v="4072" actId="20577"/>
          <ac:spMkLst>
            <pc:docMk/>
            <pc:sldMk cId="767479971" sldId="269"/>
            <ac:spMk id="4" creationId="{31EF4ABD-AE74-053A-CEB3-3E4545877D9E}"/>
          </ac:spMkLst>
        </pc:spChg>
        <pc:picChg chg="add mod">
          <ac:chgData name="Hoang, Quang Manh" userId="1c61224f-ec88-4d4b-ad8c-d1c568721deb" providerId="ADAL" clId="{1A4E9071-D4A9-4D30-A7D1-538CF7032776}" dt="2025-12-08T20:41:49.255" v="3619" actId="1076"/>
          <ac:picMkLst>
            <pc:docMk/>
            <pc:sldMk cId="767479971" sldId="269"/>
            <ac:picMk id="13" creationId="{82AB9A97-0B27-3B48-CD09-567CCC2E0364}"/>
          </ac:picMkLst>
        </pc:picChg>
        <pc:picChg chg="add mod">
          <ac:chgData name="Hoang, Quang Manh" userId="1c61224f-ec88-4d4b-ad8c-d1c568721deb" providerId="ADAL" clId="{1A4E9071-D4A9-4D30-A7D1-538CF7032776}" dt="2025-12-08T20:41:47.751" v="3618" actId="1076"/>
          <ac:picMkLst>
            <pc:docMk/>
            <pc:sldMk cId="767479971" sldId="269"/>
            <ac:picMk id="15" creationId="{952392A0-1D56-2F42-69FE-089A3E2BEA00}"/>
          </ac:picMkLst>
        </pc:picChg>
        <pc:picChg chg="add mod">
          <ac:chgData name="Hoang, Quang Manh" userId="1c61224f-ec88-4d4b-ad8c-d1c568721deb" providerId="ADAL" clId="{1A4E9071-D4A9-4D30-A7D1-538CF7032776}" dt="2025-12-08T20:41:34.112" v="3611" actId="1076"/>
          <ac:picMkLst>
            <pc:docMk/>
            <pc:sldMk cId="767479971" sldId="269"/>
            <ac:picMk id="17" creationId="{D34482C6-4ED7-5A00-83C9-FDA1163CFCDE}"/>
          </ac:picMkLst>
        </pc:picChg>
        <pc:picChg chg="add mod">
          <ac:chgData name="Hoang, Quang Manh" userId="1c61224f-ec88-4d4b-ad8c-d1c568721deb" providerId="ADAL" clId="{1A4E9071-D4A9-4D30-A7D1-538CF7032776}" dt="2025-12-08T20:42:40.202" v="3621" actId="14100"/>
          <ac:picMkLst>
            <pc:docMk/>
            <pc:sldMk cId="767479971" sldId="269"/>
            <ac:picMk id="19" creationId="{36C325BB-50CE-6863-AFFF-278181CEB2B6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08T21:48:19.094" v="4099" actId="478"/>
        <pc:sldMkLst>
          <pc:docMk/>
          <pc:sldMk cId="2773744401" sldId="270"/>
        </pc:sldMkLst>
        <pc:spChg chg="mod">
          <ac:chgData name="Hoang, Quang Manh" userId="1c61224f-ec88-4d4b-ad8c-d1c568721deb" providerId="ADAL" clId="{1A4E9071-D4A9-4D30-A7D1-538CF7032776}" dt="2025-12-08T20:50:30.639" v="4075" actId="20577"/>
          <ac:spMkLst>
            <pc:docMk/>
            <pc:sldMk cId="2773744401" sldId="270"/>
            <ac:spMk id="4" creationId="{4C5D5B88-C2AF-4D53-4170-A1B01E3D8A01}"/>
          </ac:spMkLst>
        </pc:spChg>
        <pc:picChg chg="add mod">
          <ac:chgData name="Hoang, Quang Manh" userId="1c61224f-ec88-4d4b-ad8c-d1c568721deb" providerId="ADAL" clId="{1A4E9071-D4A9-4D30-A7D1-538CF7032776}" dt="2025-12-08T20:32:15.969" v="3581" actId="1076"/>
          <ac:picMkLst>
            <pc:docMk/>
            <pc:sldMk cId="2773744401" sldId="270"/>
            <ac:picMk id="5" creationId="{1E9A1B48-80F5-A6F9-DD8D-0CF75D3072B1}"/>
          </ac:picMkLst>
        </pc:picChg>
        <pc:picChg chg="add mod">
          <ac:chgData name="Hoang, Quang Manh" userId="1c61224f-ec88-4d4b-ad8c-d1c568721deb" providerId="ADAL" clId="{1A4E9071-D4A9-4D30-A7D1-538CF7032776}" dt="2025-12-08T20:32:31.440" v="3588" actId="1076"/>
          <ac:picMkLst>
            <pc:docMk/>
            <pc:sldMk cId="2773744401" sldId="270"/>
            <ac:picMk id="8" creationId="{E8565565-D855-9536-EE25-4D6EB7F12CAF}"/>
          </ac:picMkLst>
        </pc:picChg>
        <pc:picChg chg="add mod">
          <ac:chgData name="Hoang, Quang Manh" userId="1c61224f-ec88-4d4b-ad8c-d1c568721deb" providerId="ADAL" clId="{1A4E9071-D4A9-4D30-A7D1-538CF7032776}" dt="2025-12-08T20:32:24.744" v="3585" actId="1076"/>
          <ac:picMkLst>
            <pc:docMk/>
            <pc:sldMk cId="2773744401" sldId="270"/>
            <ac:picMk id="12" creationId="{D9506462-E486-A7B2-DE70-A88B2DFDC63E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2-11T22:00:19.697" v="4338" actId="478"/>
        <pc:sldMkLst>
          <pc:docMk/>
          <pc:sldMk cId="973259294" sldId="271"/>
        </pc:sldMkLst>
        <pc:spChg chg="add del mod">
          <ac:chgData name="Hoang, Quang Manh" userId="1c61224f-ec88-4d4b-ad8c-d1c568721deb" providerId="ADAL" clId="{1A4E9071-D4A9-4D30-A7D1-538CF7032776}" dt="2025-12-11T21:10:14.265" v="4275" actId="478"/>
          <ac:spMkLst>
            <pc:docMk/>
            <pc:sldMk cId="973259294" sldId="271"/>
            <ac:spMk id="2" creationId="{169710F7-8AB2-7020-2E77-87A3A60553A2}"/>
          </ac:spMkLst>
        </pc:spChg>
        <pc:spChg chg="add mod">
          <ac:chgData name="Hoang, Quang Manh" userId="1c61224f-ec88-4d4b-ad8c-d1c568721deb" providerId="ADAL" clId="{1A4E9071-D4A9-4D30-A7D1-538CF7032776}" dt="2025-12-11T20:56:27.628" v="4220" actId="571"/>
          <ac:spMkLst>
            <pc:docMk/>
            <pc:sldMk cId="973259294" sldId="271"/>
            <ac:spMk id="3" creationId="{C25F803F-49AB-A9D6-B6BF-64566FFC310F}"/>
          </ac:spMkLst>
        </pc:spChg>
        <pc:spChg chg="mod">
          <ac:chgData name="Hoang, Quang Manh" userId="1c61224f-ec88-4d4b-ad8c-d1c568721deb" providerId="ADAL" clId="{1A4E9071-D4A9-4D30-A7D1-538CF7032776}" dt="2025-12-08T21:48:39.307" v="4143" actId="20577"/>
          <ac:spMkLst>
            <pc:docMk/>
            <pc:sldMk cId="973259294" sldId="271"/>
            <ac:spMk id="4" creationId="{CC861548-5543-2AF7-3FE2-563BF77528FB}"/>
          </ac:spMkLst>
        </pc:spChg>
        <pc:spChg chg="add del mod">
          <ac:chgData name="Hoang, Quang Manh" userId="1c61224f-ec88-4d4b-ad8c-d1c568721deb" providerId="ADAL" clId="{1A4E9071-D4A9-4D30-A7D1-538CF7032776}" dt="2025-12-11T21:10:11.844" v="4274" actId="478"/>
          <ac:spMkLst>
            <pc:docMk/>
            <pc:sldMk cId="973259294" sldId="271"/>
            <ac:spMk id="5" creationId="{0D2AD550-DE3E-B4D9-E068-CD14CE85E14B}"/>
          </ac:spMkLst>
        </pc:spChg>
        <pc:spChg chg="add del mod">
          <ac:chgData name="Hoang, Quang Manh" userId="1c61224f-ec88-4d4b-ad8c-d1c568721deb" providerId="ADAL" clId="{1A4E9071-D4A9-4D30-A7D1-538CF7032776}" dt="2025-12-11T22:00:16.947" v="4336" actId="478"/>
          <ac:spMkLst>
            <pc:docMk/>
            <pc:sldMk cId="973259294" sldId="271"/>
            <ac:spMk id="6" creationId="{08F053B3-5469-90CC-452C-135A486DBEF1}"/>
          </ac:spMkLst>
        </pc:spChg>
        <pc:spChg chg="add del mod">
          <ac:chgData name="Hoang, Quang Manh" userId="1c61224f-ec88-4d4b-ad8c-d1c568721deb" providerId="ADAL" clId="{1A4E9071-D4A9-4D30-A7D1-538CF7032776}" dt="2025-12-11T22:00:18.664" v="4337" actId="478"/>
          <ac:spMkLst>
            <pc:docMk/>
            <pc:sldMk cId="973259294" sldId="271"/>
            <ac:spMk id="7" creationId="{15A088FF-7DCB-216A-EEF5-5B9C3633F05B}"/>
          </ac:spMkLst>
        </pc:spChg>
        <pc:spChg chg="add del mod">
          <ac:chgData name="Hoang, Quang Manh" userId="1c61224f-ec88-4d4b-ad8c-d1c568721deb" providerId="ADAL" clId="{1A4E9071-D4A9-4D30-A7D1-538CF7032776}" dt="2025-12-11T22:00:19.697" v="4338" actId="478"/>
          <ac:spMkLst>
            <pc:docMk/>
            <pc:sldMk cId="973259294" sldId="271"/>
            <ac:spMk id="8" creationId="{9FC96690-CC38-C205-FD90-D1C2D73DC65F}"/>
          </ac:spMkLst>
        </pc:spChg>
        <pc:picChg chg="add mod">
          <ac:chgData name="Hoang, Quang Manh" userId="1c61224f-ec88-4d4b-ad8c-d1c568721deb" providerId="ADAL" clId="{1A4E9071-D4A9-4D30-A7D1-538CF7032776}" dt="2025-12-08T21:55:24.442" v="4184" actId="1076"/>
          <ac:picMkLst>
            <pc:docMk/>
            <pc:sldMk cId="973259294" sldId="271"/>
            <ac:picMk id="9" creationId="{23CD1CDE-D81B-76FC-0532-03DEAC2F0CFB}"/>
          </ac:picMkLst>
        </pc:picChg>
        <pc:picChg chg="add mod">
          <ac:chgData name="Hoang, Quang Manh" userId="1c61224f-ec88-4d4b-ad8c-d1c568721deb" providerId="ADAL" clId="{1A4E9071-D4A9-4D30-A7D1-538CF7032776}" dt="2025-12-08T21:55:20.466" v="4183" actId="14100"/>
          <ac:picMkLst>
            <pc:docMk/>
            <pc:sldMk cId="973259294" sldId="271"/>
            <ac:picMk id="11" creationId="{0F22C978-8526-430E-91CA-A9230C139823}"/>
          </ac:picMkLst>
        </pc:picChg>
        <pc:picChg chg="add mod">
          <ac:chgData name="Hoang, Quang Manh" userId="1c61224f-ec88-4d4b-ad8c-d1c568721deb" providerId="ADAL" clId="{1A4E9071-D4A9-4D30-A7D1-538CF7032776}" dt="2025-12-11T22:00:13.827" v="4335" actId="14100"/>
          <ac:picMkLst>
            <pc:docMk/>
            <pc:sldMk cId="973259294" sldId="271"/>
            <ac:picMk id="12" creationId="{E12140D0-FCEE-0BB9-9B3F-BE97EF8608CD}"/>
          </ac:picMkLst>
        </pc:picChg>
        <pc:picChg chg="add mod">
          <ac:chgData name="Hoang, Quang Manh" userId="1c61224f-ec88-4d4b-ad8c-d1c568721deb" providerId="ADAL" clId="{1A4E9071-D4A9-4D30-A7D1-538CF7032776}" dt="2025-12-08T21:55:14.913" v="4181" actId="14100"/>
          <ac:picMkLst>
            <pc:docMk/>
            <pc:sldMk cId="973259294" sldId="271"/>
            <ac:picMk id="14" creationId="{E6994932-565B-F36D-1D8A-FBD8881559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15203-A505-455B-A599-47377985EC8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8067C-56A4-4586-80E4-32BA6878F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4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FBE-5CA8-DD42-15B1-3A3B38096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E626C-54AB-A890-8E26-E4CAA132D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5F63-B7AA-10A5-99EE-70F45720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1179C-2390-5203-B894-8C100536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4B14F-814E-CD25-19FF-55B4AC56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E5E3-F57F-60FD-6F19-6C94DAE0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57D3-20AE-661F-BEB2-59EC3FEA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A2B3A-35DD-3F0E-07E6-D3174570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86257-35D8-73D3-DC56-A8933041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C07BA-52A0-B64A-85D3-B55766CE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1BC6-4CE2-C0F7-F057-B9CFF35D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FC1E4-8850-700D-2E97-F449D5ED1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5DB9-675A-8604-83A4-C6B5F59C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A781-8ED9-8767-001B-BD26A3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A4DA-C0D1-1CA9-75A3-420B89DD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2548-8894-2DC8-25C9-75724915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146D-83DA-66E2-7778-9A67B2B3A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46697-CB61-2EED-040A-7451FD936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C652-45E4-3328-CDCB-82125477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04698-66E9-FEAB-D3EB-EFEEA953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9712E-820A-6570-0ED7-36D77666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170E-28F9-7DD2-9F57-AFDE55DC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A1C37-CD40-515A-F04F-B098306BB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F5423-F31E-D427-F887-68BDC91E6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31F7F-7A86-3F33-19E4-7941F7A8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7D2A-9653-530F-B699-4913A4B51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510B9-A21C-4000-7235-216228E6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FF450-49BA-6EEF-C079-27B0F009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11FBC-FAD9-DBCE-C87E-41D8093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9D1E-6546-2EAF-54AC-A8EBEE18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06BF3-0327-6DFD-74FE-EB742261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19226-5C1F-6955-0546-06EC7C6F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76D25-AC3F-8595-8957-B3323FF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385F-51A7-2BAA-BF29-DBE164FF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506F0-D816-78D3-F770-F4307B55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7B3F-B192-4BEF-2BE9-5F0EC221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F093-C9A4-9C6C-A70F-806C649F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E5C9-FDB6-8AC4-DF8C-92F6E8A2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33DEF-A31C-072E-324D-AC2CAA8E0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E20CB-9B5C-63A0-A2CF-F8C07A34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2392B-740D-01FB-50C9-9CD932D9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E5B76-3EBA-C8C7-5DCE-F44407F1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4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E834-D078-6BF3-8983-38652520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53FFF-9E80-8C32-11EC-DFE9DB7A2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ED37-F864-95C1-9ADD-BD9A81614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766F-8944-3594-83AA-11702AF2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6536-08E9-2598-248E-FE62A3FC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6E3F-E8BA-9D07-5154-98FD3B2D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8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1598-C7DE-CE74-2DB6-8A645888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21432-A3B2-A10C-C0AD-9EDED94CB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4558-23DE-8517-88F0-F9D08E95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D3FA-B8D5-566F-8754-9023E27F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DEFE1-5C94-57C7-D6AE-9317E3C8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8D1D1-5061-5123-4718-FFFC4085A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FFC0-F097-81A4-CA30-DD6D2446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41C1-9FD6-B386-E94B-846D4DA1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ECAB-785F-9041-123B-BA75C412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12D8-3542-B837-C150-505DB7FE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B776A-91B7-656E-3263-6A071AD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7FE71-34A6-CB51-9F68-44BA10B2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3842E-9E3F-8B75-1114-A0BD9EED6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91373-5AE8-47FE-8859-972A7BBD39C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55AC-34D3-9DD1-26DA-DF30ADCBA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4B34-4D1E-51BF-9123-95810CA17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1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emf"/><Relationship Id="rId7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3EABE9-BFA2-0372-F8B3-6E6B9FC7E4CE}"/>
              </a:ext>
            </a:extLst>
          </p:cNvPr>
          <p:cNvSpPr txBox="1"/>
          <p:nvPr/>
        </p:nvSpPr>
        <p:spPr>
          <a:xfrm>
            <a:off x="254977" y="202223"/>
            <a:ext cx="2234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Paper 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5E67F-ABBE-6FE0-DA4F-7902658B0426}"/>
              </a:ext>
            </a:extLst>
          </p:cNvPr>
          <p:cNvSpPr txBox="1"/>
          <p:nvPr/>
        </p:nvSpPr>
        <p:spPr>
          <a:xfrm>
            <a:off x="376897" y="817880"/>
            <a:ext cx="766652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– Introduction</a:t>
            </a:r>
          </a:p>
          <a:p>
            <a:r>
              <a:rPr lang="en-US" dirty="0"/>
              <a:t>II – Federated Learning Algorithm for Multi-Inverter Impedance Identification</a:t>
            </a:r>
          </a:p>
          <a:p>
            <a:r>
              <a:rPr lang="en-US" dirty="0"/>
              <a:t>	II-A. Data Acquisition</a:t>
            </a:r>
          </a:p>
          <a:p>
            <a:r>
              <a:rPr lang="en-US" dirty="0"/>
              <a:t>	II-B. Data Structure</a:t>
            </a:r>
          </a:p>
          <a:p>
            <a:r>
              <a:rPr lang="en-US" dirty="0"/>
              <a:t>	III-C. </a:t>
            </a:r>
            <a:r>
              <a:rPr lang="en-US" i="1" dirty="0" err="1"/>
              <a:t>FedAvg</a:t>
            </a:r>
            <a:r>
              <a:rPr lang="en-US" dirty="0"/>
              <a:t> Algorithm</a:t>
            </a:r>
          </a:p>
          <a:p>
            <a:r>
              <a:rPr lang="en-US" dirty="0"/>
              <a:t>III – Personalized Federated Learning</a:t>
            </a:r>
          </a:p>
          <a:p>
            <a:r>
              <a:rPr lang="en-US" dirty="0"/>
              <a:t>	III-A.</a:t>
            </a:r>
            <a:r>
              <a:rPr lang="en-US" i="1" dirty="0"/>
              <a:t> </a:t>
            </a:r>
            <a:r>
              <a:rPr lang="en-US" i="1" dirty="0" err="1"/>
              <a:t>FedAvg</a:t>
            </a:r>
            <a:r>
              <a:rPr lang="en-US" i="1" dirty="0"/>
              <a:t> </a:t>
            </a:r>
            <a:r>
              <a:rPr lang="en-US" dirty="0"/>
              <a:t>Drawbacks</a:t>
            </a:r>
          </a:p>
          <a:p>
            <a:r>
              <a:rPr lang="en-US" dirty="0"/>
              <a:t>	III-B. </a:t>
            </a:r>
            <a:r>
              <a:rPr lang="en-US" i="1" dirty="0" err="1"/>
              <a:t>FedPer</a:t>
            </a:r>
            <a:r>
              <a:rPr lang="en-US"/>
              <a:t>  Framework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IV – Validation</a:t>
            </a:r>
          </a:p>
          <a:p>
            <a:r>
              <a:rPr lang="en-US" dirty="0"/>
              <a:t>	IV-A. New client with less data</a:t>
            </a:r>
          </a:p>
          <a:p>
            <a:r>
              <a:rPr lang="en-US" dirty="0"/>
              <a:t>	IV-B. Application in stability analysis</a:t>
            </a:r>
          </a:p>
          <a:p>
            <a:r>
              <a:rPr lang="en-US" dirty="0"/>
              <a:t>V – Conclusion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146C798-EF38-970B-30F1-6DB3737C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17" y="2891162"/>
            <a:ext cx="1805566" cy="16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A0E9A50-D006-74FB-B0A4-8A74C0CD7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383" y="2891161"/>
            <a:ext cx="1805566" cy="16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AA13913-2118-4ED5-217A-3626B24D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949" y="3011262"/>
            <a:ext cx="2364828" cy="144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EE2919F-0312-EBB1-1301-6F4C4E78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654" y="4572430"/>
            <a:ext cx="2362616" cy="146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E460B5C-285C-DAFE-8ADB-40BBC1E16968}"/>
              </a:ext>
            </a:extLst>
          </p:cNvPr>
          <p:cNvSpPr/>
          <p:nvPr/>
        </p:nvSpPr>
        <p:spPr>
          <a:xfrm>
            <a:off x="4531360" y="4826000"/>
            <a:ext cx="2418080" cy="264160"/>
          </a:xfrm>
          <a:custGeom>
            <a:avLst/>
            <a:gdLst>
              <a:gd name="connsiteX0" fmla="*/ 0 w 2418080"/>
              <a:gd name="connsiteY0" fmla="*/ 264160 h 264160"/>
              <a:gd name="connsiteX1" fmla="*/ 294640 w 2418080"/>
              <a:gd name="connsiteY1" fmla="*/ 81280 h 264160"/>
              <a:gd name="connsiteX2" fmla="*/ 863600 w 2418080"/>
              <a:gd name="connsiteY2" fmla="*/ 0 h 264160"/>
              <a:gd name="connsiteX3" fmla="*/ 2133600 w 2418080"/>
              <a:gd name="connsiteY3" fmla="*/ 20320 h 264160"/>
              <a:gd name="connsiteX4" fmla="*/ 2235200 w 2418080"/>
              <a:gd name="connsiteY4" fmla="*/ 50800 h 264160"/>
              <a:gd name="connsiteX5" fmla="*/ 2326640 w 2418080"/>
              <a:gd name="connsiteY5" fmla="*/ 71120 h 264160"/>
              <a:gd name="connsiteX6" fmla="*/ 2418080 w 2418080"/>
              <a:gd name="connsiteY6" fmla="*/ 13208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8080" h="264160">
                <a:moveTo>
                  <a:pt x="0" y="264160"/>
                </a:moveTo>
                <a:cubicBezTo>
                  <a:pt x="96418" y="148459"/>
                  <a:pt x="70287" y="163255"/>
                  <a:pt x="294640" y="81280"/>
                </a:cubicBezTo>
                <a:cubicBezTo>
                  <a:pt x="539387" y="-8147"/>
                  <a:pt x="609371" y="9080"/>
                  <a:pt x="863600" y="0"/>
                </a:cubicBezTo>
                <a:cubicBezTo>
                  <a:pt x="1286933" y="6773"/>
                  <a:pt x="1710503" y="4650"/>
                  <a:pt x="2133600" y="20320"/>
                </a:cubicBezTo>
                <a:cubicBezTo>
                  <a:pt x="2168934" y="21629"/>
                  <a:pt x="2201006" y="41802"/>
                  <a:pt x="2235200" y="50800"/>
                </a:cubicBezTo>
                <a:cubicBezTo>
                  <a:pt x="2265395" y="58746"/>
                  <a:pt x="2296160" y="64347"/>
                  <a:pt x="2326640" y="71120"/>
                </a:cubicBezTo>
                <a:cubicBezTo>
                  <a:pt x="2410629" y="134112"/>
                  <a:pt x="2374053" y="132080"/>
                  <a:pt x="2418080" y="132080"/>
                </a:cubicBezTo>
              </a:path>
            </a:pathLst>
          </a:custGeom>
          <a:noFill/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4B35A8-41D7-70EA-94B2-AC6C54CC5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586" y="5846532"/>
            <a:ext cx="1381179" cy="10358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AF5D26-86CB-5355-8033-79EDDC56B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372" y="6067473"/>
            <a:ext cx="1127248" cy="594003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5DB1229-FA05-93CB-B19B-B26AFF1ABE0A}"/>
              </a:ext>
            </a:extLst>
          </p:cNvPr>
          <p:cNvSpPr/>
          <p:nvPr/>
        </p:nvSpPr>
        <p:spPr>
          <a:xfrm>
            <a:off x="5049520" y="5313610"/>
            <a:ext cx="1454055" cy="508070"/>
          </a:xfrm>
          <a:custGeom>
            <a:avLst/>
            <a:gdLst>
              <a:gd name="connsiteX0" fmla="*/ 0 w 1454055"/>
              <a:gd name="connsiteY0" fmla="*/ 50870 h 508070"/>
              <a:gd name="connsiteX1" fmla="*/ 772160 w 1454055"/>
              <a:gd name="connsiteY1" fmla="*/ 30550 h 508070"/>
              <a:gd name="connsiteX2" fmla="*/ 985520 w 1454055"/>
              <a:gd name="connsiteY2" fmla="*/ 132150 h 508070"/>
              <a:gd name="connsiteX3" fmla="*/ 1148080 w 1454055"/>
              <a:gd name="connsiteY3" fmla="*/ 274390 h 508070"/>
              <a:gd name="connsiteX4" fmla="*/ 1198880 w 1454055"/>
              <a:gd name="connsiteY4" fmla="*/ 304870 h 508070"/>
              <a:gd name="connsiteX5" fmla="*/ 1341120 w 1454055"/>
              <a:gd name="connsiteY5" fmla="*/ 416630 h 508070"/>
              <a:gd name="connsiteX6" fmla="*/ 1402080 w 1454055"/>
              <a:gd name="connsiteY6" fmla="*/ 467430 h 508070"/>
              <a:gd name="connsiteX7" fmla="*/ 1452880 w 1454055"/>
              <a:gd name="connsiteY7" fmla="*/ 497910 h 508070"/>
              <a:gd name="connsiteX8" fmla="*/ 1452880 w 1454055"/>
              <a:gd name="connsiteY8" fmla="*/ 508070 h 50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4055" h="508070">
                <a:moveTo>
                  <a:pt x="0" y="50870"/>
                </a:moveTo>
                <a:cubicBezTo>
                  <a:pt x="520937" y="-15917"/>
                  <a:pt x="263515" y="-10692"/>
                  <a:pt x="772160" y="30550"/>
                </a:cubicBezTo>
                <a:cubicBezTo>
                  <a:pt x="866504" y="70983"/>
                  <a:pt x="908248" y="82475"/>
                  <a:pt x="985520" y="132150"/>
                </a:cubicBezTo>
                <a:cubicBezTo>
                  <a:pt x="1106800" y="210116"/>
                  <a:pt x="1013722" y="159226"/>
                  <a:pt x="1148080" y="274390"/>
                </a:cubicBezTo>
                <a:cubicBezTo>
                  <a:pt x="1163073" y="287241"/>
                  <a:pt x="1182982" y="293156"/>
                  <a:pt x="1198880" y="304870"/>
                </a:cubicBezTo>
                <a:cubicBezTo>
                  <a:pt x="1247423" y="340639"/>
                  <a:pt x="1294035" y="378962"/>
                  <a:pt x="1341120" y="416630"/>
                </a:cubicBezTo>
                <a:cubicBezTo>
                  <a:pt x="1361775" y="433154"/>
                  <a:pt x="1379399" y="453821"/>
                  <a:pt x="1402080" y="467430"/>
                </a:cubicBezTo>
                <a:cubicBezTo>
                  <a:pt x="1419013" y="477590"/>
                  <a:pt x="1437460" y="485574"/>
                  <a:pt x="1452880" y="497910"/>
                </a:cubicBezTo>
                <a:cubicBezTo>
                  <a:pt x="1455525" y="500026"/>
                  <a:pt x="1452880" y="504683"/>
                  <a:pt x="1452880" y="50807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F530683-D77C-D58D-9EF1-FBA3216FB393}"/>
              </a:ext>
            </a:extLst>
          </p:cNvPr>
          <p:cNvSpPr/>
          <p:nvPr/>
        </p:nvSpPr>
        <p:spPr>
          <a:xfrm>
            <a:off x="3373120" y="3098800"/>
            <a:ext cx="1676400" cy="509186"/>
          </a:xfrm>
          <a:custGeom>
            <a:avLst/>
            <a:gdLst>
              <a:gd name="connsiteX0" fmla="*/ 0 w 995680"/>
              <a:gd name="connsiteY0" fmla="*/ 0 h 509186"/>
              <a:gd name="connsiteX1" fmla="*/ 60960 w 995680"/>
              <a:gd name="connsiteY1" fmla="*/ 101600 h 509186"/>
              <a:gd name="connsiteX2" fmla="*/ 142240 w 995680"/>
              <a:gd name="connsiteY2" fmla="*/ 233680 h 509186"/>
              <a:gd name="connsiteX3" fmla="*/ 203200 w 995680"/>
              <a:gd name="connsiteY3" fmla="*/ 274320 h 509186"/>
              <a:gd name="connsiteX4" fmla="*/ 304800 w 995680"/>
              <a:gd name="connsiteY4" fmla="*/ 335280 h 509186"/>
              <a:gd name="connsiteX5" fmla="*/ 457200 w 995680"/>
              <a:gd name="connsiteY5" fmla="*/ 406400 h 509186"/>
              <a:gd name="connsiteX6" fmla="*/ 548640 w 995680"/>
              <a:gd name="connsiteY6" fmla="*/ 447040 h 509186"/>
              <a:gd name="connsiteX7" fmla="*/ 629920 w 995680"/>
              <a:gd name="connsiteY7" fmla="*/ 457200 h 509186"/>
              <a:gd name="connsiteX8" fmla="*/ 701040 w 995680"/>
              <a:gd name="connsiteY8" fmla="*/ 487680 h 509186"/>
              <a:gd name="connsiteX9" fmla="*/ 802640 w 995680"/>
              <a:gd name="connsiteY9" fmla="*/ 497840 h 509186"/>
              <a:gd name="connsiteX10" fmla="*/ 843280 w 995680"/>
              <a:gd name="connsiteY10" fmla="*/ 508000 h 509186"/>
              <a:gd name="connsiteX11" fmla="*/ 995680 w 995680"/>
              <a:gd name="connsiteY11" fmla="*/ 508000 h 50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5680" h="509186">
                <a:moveTo>
                  <a:pt x="0" y="0"/>
                </a:moveTo>
                <a:cubicBezTo>
                  <a:pt x="66664" y="166661"/>
                  <a:pt x="-36602" y="-77264"/>
                  <a:pt x="60960" y="101600"/>
                </a:cubicBezTo>
                <a:cubicBezTo>
                  <a:pt x="115569" y="201717"/>
                  <a:pt x="31749" y="132397"/>
                  <a:pt x="142240" y="233680"/>
                </a:cubicBezTo>
                <a:cubicBezTo>
                  <a:pt x="160242" y="250182"/>
                  <a:pt x="183663" y="259667"/>
                  <a:pt x="203200" y="274320"/>
                </a:cubicBezTo>
                <a:cubicBezTo>
                  <a:pt x="274620" y="327885"/>
                  <a:pt x="211782" y="284543"/>
                  <a:pt x="304800" y="335280"/>
                </a:cubicBezTo>
                <a:cubicBezTo>
                  <a:pt x="433854" y="405673"/>
                  <a:pt x="250495" y="319366"/>
                  <a:pt x="457200" y="406400"/>
                </a:cubicBezTo>
                <a:cubicBezTo>
                  <a:pt x="487941" y="419344"/>
                  <a:pt x="516641" y="437628"/>
                  <a:pt x="548640" y="447040"/>
                </a:cubicBezTo>
                <a:cubicBezTo>
                  <a:pt x="574835" y="454744"/>
                  <a:pt x="602827" y="453813"/>
                  <a:pt x="629920" y="457200"/>
                </a:cubicBezTo>
                <a:cubicBezTo>
                  <a:pt x="653627" y="467360"/>
                  <a:pt x="675934" y="481773"/>
                  <a:pt x="701040" y="487680"/>
                </a:cubicBezTo>
                <a:cubicBezTo>
                  <a:pt x="734171" y="495475"/>
                  <a:pt x="768946" y="493027"/>
                  <a:pt x="802640" y="497840"/>
                </a:cubicBezTo>
                <a:cubicBezTo>
                  <a:pt x="816463" y="499815"/>
                  <a:pt x="829336" y="507266"/>
                  <a:pt x="843280" y="508000"/>
                </a:cubicBezTo>
                <a:cubicBezTo>
                  <a:pt x="894010" y="510670"/>
                  <a:pt x="944880" y="508000"/>
                  <a:pt x="995680" y="508000"/>
                </a:cubicBezTo>
              </a:path>
            </a:pathLst>
          </a:custGeom>
          <a:noFill/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10E5-1664-9EC2-7A5D-11EADAE8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E9FDD-C5C4-61B7-ECA3-6B57A20171EC}"/>
              </a:ext>
            </a:extLst>
          </p:cNvPr>
          <p:cNvSpPr txBox="1"/>
          <p:nvPr/>
        </p:nvSpPr>
        <p:spPr>
          <a:xfrm>
            <a:off x="254977" y="202223"/>
            <a:ext cx="3070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Federated learning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E8CFF51-DC0A-0965-D577-45F359B5B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017"/>
            <a:ext cx="3901551" cy="36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76A6413-562E-EA96-F577-CFFB081D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551" y="1775017"/>
            <a:ext cx="3901551" cy="36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BD81020-CC42-9954-6E25-BE957217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967" y="3717302"/>
            <a:ext cx="4484034" cy="27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533CBFA-E69A-5D55-B2E7-8E1268D08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805438"/>
            <a:ext cx="4572000" cy="278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4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088A-526B-BB2A-8792-C32D1260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8DEA035-7DA4-D8EB-C8B4-8DA383322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6" t="8735" b="4521"/>
          <a:stretch>
            <a:fillRect/>
          </a:stretch>
        </p:blipFill>
        <p:spPr bwMode="auto">
          <a:xfrm>
            <a:off x="2385848" y="5558"/>
            <a:ext cx="7304690" cy="687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78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56CB-E18E-C45B-B6E1-C45CF2A4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2A60A-3347-3109-D5AC-15C26C67EE9B}"/>
              </a:ext>
            </a:extLst>
          </p:cNvPr>
          <p:cNvSpPr txBox="1"/>
          <p:nvPr/>
        </p:nvSpPr>
        <p:spPr>
          <a:xfrm>
            <a:off x="254977" y="202223"/>
            <a:ext cx="6737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Validation for 3-phase inverter on </a:t>
            </a:r>
            <a:r>
              <a:rPr lang="en-US" sz="2800" dirty="0" err="1"/>
              <a:t>dq</a:t>
            </a:r>
            <a:r>
              <a:rPr lang="en-US" sz="2800" dirty="0"/>
              <a:t> frame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25D1E-360E-E57F-60CE-E96B1F7F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88" y="1415008"/>
            <a:ext cx="3354915" cy="2516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2900E-67FE-4E1F-BD5A-6F3B2D0DA51F}"/>
              </a:ext>
            </a:extLst>
          </p:cNvPr>
          <p:cNvSpPr txBox="1"/>
          <p:nvPr/>
        </p:nvSpPr>
        <p:spPr>
          <a:xfrm>
            <a:off x="1838082" y="869885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Strong grid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B577ED-B272-CA66-ADBB-B6B426D6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228" y="1338338"/>
            <a:ext cx="3349764" cy="2512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0B677-91A8-B976-D7BB-F281908FECF2}"/>
              </a:ext>
            </a:extLst>
          </p:cNvPr>
          <p:cNvSpPr txBox="1"/>
          <p:nvPr/>
        </p:nvSpPr>
        <p:spPr>
          <a:xfrm>
            <a:off x="8108089" y="852561"/>
            <a:ext cx="11615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/>
              <p:nvPr/>
            </p:nvSpPr>
            <p:spPr>
              <a:xfrm>
                <a:off x="1497683" y="3992080"/>
                <a:ext cx="2046458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83" y="3992080"/>
                <a:ext cx="2046458" cy="391902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/>
              <p:nvPr/>
            </p:nvSpPr>
            <p:spPr>
              <a:xfrm>
                <a:off x="7635972" y="3931194"/>
                <a:ext cx="2105769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3(</m:t>
                          </m:r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972" y="3931194"/>
                <a:ext cx="2105769" cy="391902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9C8174C-499A-F967-BFE2-5D12A0C65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2" y="4620759"/>
            <a:ext cx="3905412" cy="2057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EBF704-3AE1-34B4-83D6-079871D02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964" y="4679457"/>
            <a:ext cx="3811909" cy="20064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EC015A-906E-DA68-D5C7-422F551FE10E}"/>
              </a:ext>
            </a:extLst>
          </p:cNvPr>
          <p:cNvSpPr txBox="1"/>
          <p:nvPr/>
        </p:nvSpPr>
        <p:spPr>
          <a:xfrm>
            <a:off x="876481" y="4796331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5F4EE-39D9-BD2A-8E7C-DA442A7FCBBB}"/>
              </a:ext>
            </a:extLst>
          </p:cNvPr>
          <p:cNvSpPr txBox="1"/>
          <p:nvPr/>
        </p:nvSpPr>
        <p:spPr>
          <a:xfrm>
            <a:off x="3306361" y="4670029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CB133-7E81-6BFE-0B37-CDFA7A5C1304}"/>
              </a:ext>
            </a:extLst>
          </p:cNvPr>
          <p:cNvSpPr txBox="1"/>
          <p:nvPr/>
        </p:nvSpPr>
        <p:spPr>
          <a:xfrm>
            <a:off x="7473793" y="4805759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E15E3-A7A0-20C4-1013-F192FB5C7720}"/>
              </a:ext>
            </a:extLst>
          </p:cNvPr>
          <p:cNvSpPr txBox="1"/>
          <p:nvPr/>
        </p:nvSpPr>
        <p:spPr>
          <a:xfrm>
            <a:off x="9492892" y="4679457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/>
              <p:nvPr/>
            </p:nvSpPr>
            <p:spPr>
              <a:xfrm>
                <a:off x="1635994" y="6204071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94" y="6204071"/>
                <a:ext cx="1229483" cy="390748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/>
              <p:nvPr/>
            </p:nvSpPr>
            <p:spPr>
              <a:xfrm>
                <a:off x="8098355" y="6213499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55" y="6213499"/>
                <a:ext cx="1229483" cy="390748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27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281A-DE5F-3B64-BBED-32C7676C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3E9AB1-87B4-F6B3-AA2F-2AFB3A4C47B5}"/>
              </a:ext>
            </a:extLst>
          </p:cNvPr>
          <p:cNvSpPr txBox="1"/>
          <p:nvPr/>
        </p:nvSpPr>
        <p:spPr>
          <a:xfrm>
            <a:off x="325315" y="193430"/>
            <a:ext cx="4774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Meeting Dec 8 2025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4C387-2C76-9B50-2C89-5203023F206F}"/>
              </a:ext>
            </a:extLst>
          </p:cNvPr>
          <p:cNvSpPr txBox="1"/>
          <p:nvPr/>
        </p:nvSpPr>
        <p:spPr>
          <a:xfrm>
            <a:off x="325315" y="1468315"/>
            <a:ext cx="275338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Outline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Paper outline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26955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29D72-D5AF-CDBC-2D96-CC1FEBF8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523A55-6DF5-4761-38B1-7B13AB5DD98B}"/>
              </a:ext>
            </a:extLst>
          </p:cNvPr>
          <p:cNvSpPr txBox="1"/>
          <p:nvPr/>
        </p:nvSpPr>
        <p:spPr>
          <a:xfrm>
            <a:off x="254977" y="202223"/>
            <a:ext cx="2234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Paper 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F0D23-DB4E-79EC-B907-5A300D22FBC4}"/>
              </a:ext>
            </a:extLst>
          </p:cNvPr>
          <p:cNvSpPr txBox="1"/>
          <p:nvPr/>
        </p:nvSpPr>
        <p:spPr>
          <a:xfrm>
            <a:off x="376897" y="817880"/>
            <a:ext cx="673832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– Introduction</a:t>
            </a:r>
          </a:p>
          <a:p>
            <a:r>
              <a:rPr lang="en-US" dirty="0"/>
              <a:t>II – Problem Formulation</a:t>
            </a:r>
          </a:p>
          <a:p>
            <a:r>
              <a:rPr lang="en-US" dirty="0"/>
              <a:t>III – Federated Learning</a:t>
            </a:r>
          </a:p>
          <a:p>
            <a:r>
              <a:rPr lang="en-US" dirty="0"/>
              <a:t>	III-A.</a:t>
            </a:r>
            <a:r>
              <a:rPr lang="en-US" i="1" dirty="0"/>
              <a:t> </a:t>
            </a:r>
            <a:r>
              <a:rPr lang="en-US" dirty="0"/>
              <a:t>Data </a:t>
            </a:r>
            <a:r>
              <a:rPr lang="en-US" dirty="0" err="1"/>
              <a:t>Aquistion</a:t>
            </a:r>
            <a:endParaRPr lang="en-US" dirty="0"/>
          </a:p>
          <a:p>
            <a:r>
              <a:rPr lang="en-US" dirty="0"/>
              <a:t>	III-B. Data structure</a:t>
            </a:r>
          </a:p>
          <a:p>
            <a:r>
              <a:rPr lang="en-US" dirty="0"/>
              <a:t>	III-C. </a:t>
            </a:r>
            <a:r>
              <a:rPr lang="en-US" dirty="0" err="1"/>
              <a:t>FedAvg</a:t>
            </a:r>
            <a:r>
              <a:rPr lang="en-US" dirty="0"/>
              <a:t> Algorithm</a:t>
            </a:r>
          </a:p>
          <a:p>
            <a:r>
              <a:rPr lang="en-US" dirty="0"/>
              <a:t>IV – Validation</a:t>
            </a:r>
          </a:p>
          <a:p>
            <a:r>
              <a:rPr lang="en-US" dirty="0"/>
              <a:t>	IV-A. FL vs </a:t>
            </a:r>
            <a:r>
              <a:rPr lang="en-US" b="1" dirty="0"/>
              <a:t>Centralized</a:t>
            </a:r>
          </a:p>
          <a:p>
            <a:r>
              <a:rPr lang="en-US" dirty="0"/>
              <a:t>	IV-B. FL vs </a:t>
            </a:r>
            <a:r>
              <a:rPr lang="en-US" b="1" dirty="0"/>
              <a:t>Local</a:t>
            </a:r>
          </a:p>
          <a:p>
            <a:r>
              <a:rPr lang="en-US" dirty="0"/>
              <a:t>	IV-C. Integrated a new IBR</a:t>
            </a:r>
          </a:p>
          <a:p>
            <a:r>
              <a:rPr lang="en-US" dirty="0"/>
              <a:t>	IV-D. Transfer learning (Compared FL-TL vs </a:t>
            </a:r>
            <a:r>
              <a:rPr lang="en-US" b="1" dirty="0"/>
              <a:t>Local FNN-TL</a:t>
            </a:r>
            <a:r>
              <a:rPr lang="en-US" dirty="0"/>
              <a:t>)</a:t>
            </a:r>
          </a:p>
          <a:p>
            <a:r>
              <a:rPr lang="en-US" dirty="0"/>
              <a:t>	IV-E. Application in stability analysis</a:t>
            </a:r>
          </a:p>
          <a:p>
            <a:r>
              <a:rPr lang="en-US" dirty="0"/>
              <a:t>V – Conclusion</a:t>
            </a:r>
          </a:p>
        </p:txBody>
      </p:sp>
    </p:spTree>
    <p:extLst>
      <p:ext uri="{BB962C8B-B14F-4D97-AF65-F5344CB8AC3E}">
        <p14:creationId xmlns:p14="http://schemas.microsoft.com/office/powerpoint/2010/main" val="340787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D307-FE1F-BF2A-453A-D2E05D40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082988-AD21-CB45-D3AE-3B29EC3A6DFB}"/>
              </a:ext>
            </a:extLst>
          </p:cNvPr>
          <p:cNvSpPr txBox="1"/>
          <p:nvPr/>
        </p:nvSpPr>
        <p:spPr>
          <a:xfrm>
            <a:off x="254977" y="202223"/>
            <a:ext cx="3364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A. FL vs Centralized</a:t>
            </a:r>
          </a:p>
        </p:txBody>
      </p:sp>
      <p:pic>
        <p:nvPicPr>
          <p:cNvPr id="16" name="Picture 15" descr="A graph of a training performance&#10;&#10;AI-generated content may be incorrect.">
            <a:extLst>
              <a:ext uri="{FF2B5EF4-FFF2-40B4-BE49-F238E27FC236}">
                <a16:creationId xmlns:a16="http://schemas.microsoft.com/office/drawing/2014/main" id="{AC9BF221-8A00-BB2B-9209-D79A311D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7" y="1011115"/>
            <a:ext cx="3200400" cy="2729753"/>
          </a:xfrm>
          <a:prstGeom prst="rect">
            <a:avLst/>
          </a:prstGeom>
        </p:spPr>
      </p:pic>
      <p:pic>
        <p:nvPicPr>
          <p:cNvPr id="20" name="Picture 19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BA9AEDDB-04CB-4336-B8F6-45A0CFEB9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711" y="1202512"/>
            <a:ext cx="3200400" cy="2538356"/>
          </a:xfrm>
          <a:prstGeom prst="rect">
            <a:avLst/>
          </a:prstGeom>
        </p:spPr>
      </p:pic>
      <p:pic>
        <p:nvPicPr>
          <p:cNvPr id="22" name="Picture 21" descr="A graph of a bar chart&#10;&#10;AI-generated content may be incorrect.">
            <a:extLst>
              <a:ext uri="{FF2B5EF4-FFF2-40B4-BE49-F238E27FC236}">
                <a16:creationId xmlns:a16="http://schemas.microsoft.com/office/drawing/2014/main" id="{8BD677CC-49B5-EA96-27B5-E645C8A2E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843" y="923572"/>
            <a:ext cx="3657968" cy="2901271"/>
          </a:xfrm>
          <a:prstGeom prst="rect">
            <a:avLst/>
          </a:prstGeom>
        </p:spPr>
      </p:pic>
      <p:pic>
        <p:nvPicPr>
          <p:cNvPr id="24" name="Picture 2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FFC7DE2-6FDD-A42F-7230-55B628F6B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99" y="4026540"/>
            <a:ext cx="3060956" cy="2433145"/>
          </a:xfrm>
          <a:prstGeom prst="rect">
            <a:avLst/>
          </a:prstGeom>
        </p:spPr>
      </p:pic>
      <p:pic>
        <p:nvPicPr>
          <p:cNvPr id="26" name="Picture 25" descr="A graph of a number of blue and orange bars&#10;&#10;AI-generated content may be incorrect.">
            <a:extLst>
              <a:ext uri="{FF2B5EF4-FFF2-40B4-BE49-F238E27FC236}">
                <a16:creationId xmlns:a16="http://schemas.microsoft.com/office/drawing/2014/main" id="{EEB9DAE2-800F-3AEB-DE9F-A681FCE2A5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883" y="4026540"/>
            <a:ext cx="3200399" cy="2541494"/>
          </a:xfrm>
          <a:prstGeom prst="rect">
            <a:avLst/>
          </a:prstGeom>
        </p:spPr>
      </p:pic>
      <p:pic>
        <p:nvPicPr>
          <p:cNvPr id="28" name="Picture 27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7DBDA804-A610-41D1-7B1E-09D6BD7CBA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4535" y="4024155"/>
            <a:ext cx="3306276" cy="26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4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B30F-BC0C-123F-82D4-902B2CC2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45BF4A-61AE-9C94-3CC1-85DCE2ABD8F5}"/>
              </a:ext>
            </a:extLst>
          </p:cNvPr>
          <p:cNvSpPr txBox="1"/>
          <p:nvPr/>
        </p:nvSpPr>
        <p:spPr>
          <a:xfrm>
            <a:off x="254977" y="202223"/>
            <a:ext cx="3364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A. FL vs Centralized</a:t>
            </a:r>
          </a:p>
        </p:txBody>
      </p:sp>
      <p:pic>
        <p:nvPicPr>
          <p:cNvPr id="30" name="Picture 2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0784114-81B9-3CB6-58A3-28FDD222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5" y="1195752"/>
            <a:ext cx="11424289" cy="48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7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4EEF-EDBD-E070-9154-BC3E051B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DBFA3-9778-DC41-09B1-6849D7CD3C62}"/>
              </a:ext>
            </a:extLst>
          </p:cNvPr>
          <p:cNvSpPr txBox="1"/>
          <p:nvPr/>
        </p:nvSpPr>
        <p:spPr>
          <a:xfrm>
            <a:off x="254977" y="202223"/>
            <a:ext cx="3147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B. FL vs Local FNN</a:t>
            </a:r>
          </a:p>
        </p:txBody>
      </p:sp>
      <p:pic>
        <p:nvPicPr>
          <p:cNvPr id="8" name="Picture 7" descr="A graph of a bar graph&#10;&#10;AI-generated content may be incorrect.">
            <a:extLst>
              <a:ext uri="{FF2B5EF4-FFF2-40B4-BE49-F238E27FC236}">
                <a16:creationId xmlns:a16="http://schemas.microsoft.com/office/drawing/2014/main" id="{F28E04A2-D8E8-50E4-3177-1F220ED24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005"/>
            <a:ext cx="12192000" cy="512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0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7FD6-59B2-2A02-16F5-FBE51FE1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0F29F-E12D-32C0-0061-D129BAFE9455}"/>
              </a:ext>
            </a:extLst>
          </p:cNvPr>
          <p:cNvSpPr txBox="1"/>
          <p:nvPr/>
        </p:nvSpPr>
        <p:spPr>
          <a:xfrm>
            <a:off x="254977" y="202223"/>
            <a:ext cx="3147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B. FL vs Local FNN</a:t>
            </a:r>
          </a:p>
        </p:txBody>
      </p:sp>
      <p:pic>
        <p:nvPicPr>
          <p:cNvPr id="3" name="Picture 2" descr="A bar graph with green bars&#10;&#10;AI-generated content may be incorrect.">
            <a:extLst>
              <a:ext uri="{FF2B5EF4-FFF2-40B4-BE49-F238E27FC236}">
                <a16:creationId xmlns:a16="http://schemas.microsoft.com/office/drawing/2014/main" id="{65BF519D-1DBF-01F0-C7DE-50C8ED12C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6" y="891383"/>
            <a:ext cx="4404946" cy="3112425"/>
          </a:xfrm>
          <a:prstGeom prst="rect">
            <a:avLst/>
          </a:prstGeom>
        </p:spPr>
      </p:pic>
      <p:pic>
        <p:nvPicPr>
          <p:cNvPr id="9" name="Picture 8" descr="A graph with numbers and a box&#10;&#10;AI-generated content may be incorrect.">
            <a:extLst>
              <a:ext uri="{FF2B5EF4-FFF2-40B4-BE49-F238E27FC236}">
                <a16:creationId xmlns:a16="http://schemas.microsoft.com/office/drawing/2014/main" id="{118D9BD8-79B1-F522-C77F-759BEDC2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84" y="3996881"/>
            <a:ext cx="4053253" cy="2861119"/>
          </a:xfrm>
          <a:prstGeom prst="rect">
            <a:avLst/>
          </a:prstGeom>
        </p:spPr>
      </p:pic>
      <p:pic>
        <p:nvPicPr>
          <p:cNvPr id="11" name="Picture 10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CC41CDDE-8131-09F6-8C7B-391D57340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018" y="3684474"/>
            <a:ext cx="3829354" cy="3040958"/>
          </a:xfrm>
          <a:prstGeom prst="rect">
            <a:avLst/>
          </a:prstGeom>
        </p:spPr>
      </p:pic>
      <p:pic>
        <p:nvPicPr>
          <p:cNvPr id="13" name="Picture 12" descr="A graph with green and blue dots&#10;&#10;AI-generated content may be incorrect.">
            <a:extLst>
              <a:ext uri="{FF2B5EF4-FFF2-40B4-BE49-F238E27FC236}">
                <a16:creationId xmlns:a16="http://schemas.microsoft.com/office/drawing/2014/main" id="{9B1BDE35-F23D-40BF-B31A-B2F5FC3F5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87986"/>
            <a:ext cx="4272866" cy="339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2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7977-BDB3-DD06-3999-99D29D1A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EE00C3-07AD-1872-AC5A-AAEC2A29211B}"/>
              </a:ext>
            </a:extLst>
          </p:cNvPr>
          <p:cNvSpPr txBox="1"/>
          <p:nvPr/>
        </p:nvSpPr>
        <p:spPr>
          <a:xfrm>
            <a:off x="254977" y="202223"/>
            <a:ext cx="3147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B. FL vs Local FNN</a:t>
            </a:r>
          </a:p>
        </p:txBody>
      </p:sp>
      <p:pic>
        <p:nvPicPr>
          <p:cNvPr id="5" name="Picture 4" descr="A graph of different types of test curves&#10;&#10;AI-generated content may be incorrect.">
            <a:extLst>
              <a:ext uri="{FF2B5EF4-FFF2-40B4-BE49-F238E27FC236}">
                <a16:creationId xmlns:a16="http://schemas.microsoft.com/office/drawing/2014/main" id="{1B2043CD-84E4-6336-8A0C-5EBF9D42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8" y="1441771"/>
            <a:ext cx="5325592" cy="3915877"/>
          </a:xfrm>
          <a:prstGeom prst="rect">
            <a:avLst/>
          </a:prstGeom>
        </p:spPr>
      </p:pic>
      <p:pic>
        <p:nvPicPr>
          <p:cNvPr id="8" name="Picture 7" descr="A graph of a train test&#10;&#10;AI-generated content may be incorrect.">
            <a:extLst>
              <a:ext uri="{FF2B5EF4-FFF2-40B4-BE49-F238E27FC236}">
                <a16:creationId xmlns:a16="http://schemas.microsoft.com/office/drawing/2014/main" id="{290C89EC-D045-FDCE-FC92-D35F9AD5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277" y="1500351"/>
            <a:ext cx="5245923" cy="38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71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E063-4A96-D2FB-0037-28277497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EF4ABD-AE74-053A-CEB3-3E4545877D9E}"/>
              </a:ext>
            </a:extLst>
          </p:cNvPr>
          <p:cNvSpPr txBox="1"/>
          <p:nvPr/>
        </p:nvSpPr>
        <p:spPr>
          <a:xfrm>
            <a:off x="254977" y="202223"/>
            <a:ext cx="3744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C. Integrate a new IBR</a:t>
            </a:r>
          </a:p>
        </p:txBody>
      </p:sp>
      <p:pic>
        <p:nvPicPr>
          <p:cNvPr id="13" name="Picture 12" descr="A graph of a graph with a line&#10;&#10;AI-generated content may be incorrect.">
            <a:extLst>
              <a:ext uri="{FF2B5EF4-FFF2-40B4-BE49-F238E27FC236}">
                <a16:creationId xmlns:a16="http://schemas.microsoft.com/office/drawing/2014/main" id="{82AB9A97-0B27-3B48-CD09-567CCC2E0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83" y="996979"/>
            <a:ext cx="3930344" cy="2769106"/>
          </a:xfrm>
          <a:prstGeom prst="rect">
            <a:avLst/>
          </a:prstGeom>
        </p:spPr>
      </p:pic>
      <p:pic>
        <p:nvPicPr>
          <p:cNvPr id="15" name="Picture 14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952392A0-1D56-2F42-69FE-089A3E2B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65" y="996979"/>
            <a:ext cx="4052734" cy="2855336"/>
          </a:xfrm>
          <a:prstGeom prst="rect">
            <a:avLst/>
          </a:prstGeom>
        </p:spPr>
      </p:pic>
      <p:pic>
        <p:nvPicPr>
          <p:cNvPr id="17" name="Picture 16" descr="A graph of a bar graph&#10;&#10;AI-generated content may be incorrect.">
            <a:extLst>
              <a:ext uri="{FF2B5EF4-FFF2-40B4-BE49-F238E27FC236}">
                <a16:creationId xmlns:a16="http://schemas.microsoft.com/office/drawing/2014/main" id="{D34482C6-4ED7-5A00-83C9-FDA1163CF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90476"/>
            <a:ext cx="7258065" cy="3068278"/>
          </a:xfrm>
          <a:prstGeom prst="rect">
            <a:avLst/>
          </a:prstGeom>
        </p:spPr>
      </p:pic>
      <p:pic>
        <p:nvPicPr>
          <p:cNvPr id="19" name="Picture 18" descr="A chart with a number and a box with numbers&#10;&#10;AI-generated content may be incorrect.">
            <a:extLst>
              <a:ext uri="{FF2B5EF4-FFF2-40B4-BE49-F238E27FC236}">
                <a16:creationId xmlns:a16="http://schemas.microsoft.com/office/drawing/2014/main" id="{36C325BB-50CE-6863-AFFF-278181CEB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889" y="3980278"/>
            <a:ext cx="3124187" cy="24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79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7D4C-412A-B433-AB6B-D459BD58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D5B88-C2AF-4D53-4170-A1B01E3D8A01}"/>
              </a:ext>
            </a:extLst>
          </p:cNvPr>
          <p:cNvSpPr txBox="1"/>
          <p:nvPr/>
        </p:nvSpPr>
        <p:spPr>
          <a:xfrm>
            <a:off x="254977" y="202223"/>
            <a:ext cx="4618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D. Offline Transfer Learning</a:t>
            </a:r>
          </a:p>
        </p:txBody>
      </p:sp>
      <p:pic>
        <p:nvPicPr>
          <p:cNvPr id="5" name="Picture 4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1E9A1B48-80F5-A6F9-DD8D-0CF75D307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1822"/>
            <a:ext cx="3616475" cy="2734408"/>
          </a:xfrm>
          <a:prstGeom prst="rect">
            <a:avLst/>
          </a:prstGeom>
        </p:spPr>
      </p:pic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8565565-D855-9536-EE25-4D6EB7F12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682" y="2045951"/>
            <a:ext cx="4392408" cy="3266149"/>
          </a:xfrm>
          <a:prstGeom prst="rect">
            <a:avLst/>
          </a:prstGeom>
        </p:spPr>
      </p:pic>
      <p:pic>
        <p:nvPicPr>
          <p:cNvPr id="12" name="Picture 11" descr="A graph of data efficiency&#10;&#10;AI-generated content may be incorrect.">
            <a:extLst>
              <a:ext uri="{FF2B5EF4-FFF2-40B4-BE49-F238E27FC236}">
                <a16:creationId xmlns:a16="http://schemas.microsoft.com/office/drawing/2014/main" id="{D9506462-E486-A7B2-DE70-A88B2DFDC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090" y="2299269"/>
            <a:ext cx="3828555" cy="270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44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83CB-4D83-ADA5-0BF5-C49381C0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861548-5543-2AF7-3FE2-563BF77528FB}"/>
              </a:ext>
            </a:extLst>
          </p:cNvPr>
          <p:cNvSpPr txBox="1"/>
          <p:nvPr/>
        </p:nvSpPr>
        <p:spPr>
          <a:xfrm>
            <a:off x="254977" y="202223"/>
            <a:ext cx="5648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E. Application in stability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CD1CDE-D81B-76FC-0532-03DEAC2F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66" y="202223"/>
            <a:ext cx="4414500" cy="3310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22C978-8526-430E-91CA-A9230C139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66" y="3547125"/>
            <a:ext cx="4414500" cy="33108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994932-565B-F36D-1D8A-FBD888155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13" y="725443"/>
            <a:ext cx="5813484" cy="587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5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227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2025-11-07T16:42:41Z</dcterms:created>
  <dcterms:modified xsi:type="dcterms:W3CDTF">2025-12-11T22:00:22Z</dcterms:modified>
</cp:coreProperties>
</file>