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2E7BA4-1C8E-4CC3-A433-3851BF1A61FF}" v="102" dt="2025-11-24T21:26:25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, Quang Manh" userId="1c61224f-ec88-4d4b-ad8c-d1c568721deb" providerId="ADAL" clId="{1A4E9071-D4A9-4D30-A7D1-538CF7032776}"/>
    <pc:docChg chg="undo custSel addSld delSld modSld sldOrd">
      <pc:chgData name="Hoang, Quang Manh" userId="1c61224f-ec88-4d4b-ad8c-d1c568721deb" providerId="ADAL" clId="{1A4E9071-D4A9-4D30-A7D1-538CF7032776}" dt="2025-11-25T22:05:15.941" v="2273" actId="14100"/>
      <pc:docMkLst>
        <pc:docMk/>
      </pc:docMkLst>
      <pc:sldChg chg="addSp delSp modSp new mod">
        <pc:chgData name="Hoang, Quang Manh" userId="1c61224f-ec88-4d4b-ad8c-d1c568721deb" providerId="ADAL" clId="{1A4E9071-D4A9-4D30-A7D1-538CF7032776}" dt="2025-11-24T20:11:04.485" v="2249" actId="20577"/>
        <pc:sldMkLst>
          <pc:docMk/>
          <pc:sldMk cId="559955231" sldId="256"/>
        </pc:sldMkLst>
        <pc:spChg chg="add del mod">
          <ac:chgData name="Hoang, Quang Manh" userId="1c61224f-ec88-4d4b-ad8c-d1c568721deb" providerId="ADAL" clId="{1A4E9071-D4A9-4D30-A7D1-538CF7032776}" dt="2025-11-24T15:33:44.525" v="724" actId="478"/>
          <ac:spMkLst>
            <pc:docMk/>
            <pc:sldMk cId="559955231" sldId="256"/>
            <ac:spMk id="3" creationId="{C6039AC5-2DEE-50B1-71DC-269920246105}"/>
          </ac:spMkLst>
        </pc:spChg>
        <pc:spChg chg="add mod">
          <ac:chgData name="Hoang, Quang Manh" userId="1c61224f-ec88-4d4b-ad8c-d1c568721deb" providerId="ADAL" clId="{1A4E9071-D4A9-4D30-A7D1-538CF7032776}" dt="2025-11-24T16:21:22.916" v="1340" actId="255"/>
          <ac:spMkLst>
            <pc:docMk/>
            <pc:sldMk cId="559955231" sldId="256"/>
            <ac:spMk id="4" creationId="{A03EABE9-BFA2-0372-F8B3-6E6B9FC7E4CE}"/>
          </ac:spMkLst>
        </pc:spChg>
        <pc:spChg chg="add mod">
          <ac:chgData name="Hoang, Quang Manh" userId="1c61224f-ec88-4d4b-ad8c-d1c568721deb" providerId="ADAL" clId="{1A4E9071-D4A9-4D30-A7D1-538CF7032776}" dt="2025-11-24T19:23:09.500" v="2012" actId="20577"/>
          <ac:spMkLst>
            <pc:docMk/>
            <pc:sldMk cId="559955231" sldId="256"/>
            <ac:spMk id="5" creationId="{906A2FF9-4019-7F45-EBEA-886DFD532E19}"/>
          </ac:spMkLst>
        </pc:spChg>
        <pc:spChg chg="add mod">
          <ac:chgData name="Hoang, Quang Manh" userId="1c61224f-ec88-4d4b-ad8c-d1c568721deb" providerId="ADAL" clId="{1A4E9071-D4A9-4D30-A7D1-538CF7032776}" dt="2025-11-24T19:23:13.445" v="2014" actId="1076"/>
          <ac:spMkLst>
            <pc:docMk/>
            <pc:sldMk cId="559955231" sldId="256"/>
            <ac:spMk id="7" creationId="{1835E67F-ABBE-6FE0-DA4F-7902658B0426}"/>
          </ac:spMkLst>
        </pc:spChg>
        <pc:spChg chg="add del mod">
          <ac:chgData name="Hoang, Quang Manh" userId="1c61224f-ec88-4d4b-ad8c-d1c568721deb" providerId="ADAL" clId="{1A4E9071-D4A9-4D30-A7D1-538CF7032776}" dt="2025-11-24T16:36:35.682" v="1953" actId="478"/>
          <ac:spMkLst>
            <pc:docMk/>
            <pc:sldMk cId="559955231" sldId="256"/>
            <ac:spMk id="8" creationId="{DFB850DA-AE1A-58E8-5E56-FBD3F96CE5A4}"/>
          </ac:spMkLst>
        </pc:spChg>
        <pc:spChg chg="add mod">
          <ac:chgData name="Hoang, Quang Manh" userId="1c61224f-ec88-4d4b-ad8c-d1c568721deb" providerId="ADAL" clId="{1A4E9071-D4A9-4D30-A7D1-538CF7032776}" dt="2025-11-24T20:11:04.485" v="2249" actId="20577"/>
          <ac:spMkLst>
            <pc:docMk/>
            <pc:sldMk cId="559955231" sldId="256"/>
            <ac:spMk id="14" creationId="{52D4A575-FDBB-861F-9E29-E8894BCB82C5}"/>
          </ac:spMkLst>
        </pc:spChg>
        <pc:picChg chg="add del mod">
          <ac:chgData name="Hoang, Quang Manh" userId="1c61224f-ec88-4d4b-ad8c-d1c568721deb" providerId="ADAL" clId="{1A4E9071-D4A9-4D30-A7D1-538CF7032776}" dt="2025-11-24T15:33:41.980" v="721" actId="478"/>
          <ac:picMkLst>
            <pc:docMk/>
            <pc:sldMk cId="559955231" sldId="256"/>
            <ac:picMk id="2" creationId="{BE0FA604-7D6F-A502-CAFE-9EB1152A5561}"/>
          </ac:picMkLst>
        </pc:picChg>
        <pc:picChg chg="add del mod">
          <ac:chgData name="Hoang, Quang Manh" userId="1c61224f-ec88-4d4b-ad8c-d1c568721deb" providerId="ADAL" clId="{1A4E9071-D4A9-4D30-A7D1-538CF7032776}" dt="2025-11-24T15:33:42.296" v="722" actId="478"/>
          <ac:picMkLst>
            <pc:docMk/>
            <pc:sldMk cId="559955231" sldId="256"/>
            <ac:picMk id="6" creationId="{85524BD8-101D-A725-C361-F8AD2641B33B}"/>
          </ac:picMkLst>
        </pc:picChg>
        <pc:picChg chg="add del mod">
          <ac:chgData name="Hoang, Quang Manh" userId="1c61224f-ec88-4d4b-ad8c-d1c568721deb" providerId="ADAL" clId="{1A4E9071-D4A9-4D30-A7D1-538CF7032776}" dt="2025-11-24T15:33:42.695" v="723" actId="478"/>
          <ac:picMkLst>
            <pc:docMk/>
            <pc:sldMk cId="559955231" sldId="256"/>
            <ac:picMk id="9" creationId="{DAD5835B-ACE5-29DD-5B94-5F024FAF1164}"/>
          </ac:picMkLst>
        </pc:picChg>
        <pc:picChg chg="add del mod">
          <ac:chgData name="Hoang, Quang Manh" userId="1c61224f-ec88-4d4b-ad8c-d1c568721deb" providerId="ADAL" clId="{1A4E9071-D4A9-4D30-A7D1-538CF7032776}" dt="2025-11-24T16:36:34.558" v="1952" actId="478"/>
          <ac:picMkLst>
            <pc:docMk/>
            <pc:sldMk cId="559955231" sldId="256"/>
            <ac:picMk id="11" creationId="{7DBE0CA4-6895-6B68-F3BF-516BE8029F4E}"/>
          </ac:picMkLst>
        </pc:picChg>
        <pc:picChg chg="add del mod modCrop">
          <ac:chgData name="Hoang, Quang Manh" userId="1c61224f-ec88-4d4b-ad8c-d1c568721deb" providerId="ADAL" clId="{1A4E9071-D4A9-4D30-A7D1-538CF7032776}" dt="2025-11-24T16:36:34.155" v="1951" actId="478"/>
          <ac:picMkLst>
            <pc:docMk/>
            <pc:sldMk cId="559955231" sldId="256"/>
            <ac:picMk id="13" creationId="{546AA0B1-C8F7-1C94-D23A-8D16CD93F3F3}"/>
          </ac:picMkLst>
        </pc:picChg>
      </pc:sldChg>
      <pc:sldChg chg="addSp delSp modSp add del mod">
        <pc:chgData name="Hoang, Quang Manh" userId="1c61224f-ec88-4d4b-ad8c-d1c568721deb" providerId="ADAL" clId="{1A4E9071-D4A9-4D30-A7D1-538CF7032776}" dt="2025-11-24T15:33:35.922" v="717" actId="47"/>
        <pc:sldMkLst>
          <pc:docMk/>
          <pc:sldMk cId="1937489482" sldId="257"/>
        </pc:sldMkLst>
      </pc:sldChg>
      <pc:sldChg chg="addSp delSp modSp add mod">
        <pc:chgData name="Hoang, Quang Manh" userId="1c61224f-ec88-4d4b-ad8c-d1c568721deb" providerId="ADAL" clId="{1A4E9071-D4A9-4D30-A7D1-538CF7032776}" dt="2025-11-24T21:27:30.705" v="2271" actId="1076"/>
        <pc:sldMkLst>
          <pc:docMk/>
          <pc:sldMk cId="2086785833" sldId="258"/>
        </pc:sldMkLst>
        <pc:spChg chg="add del mod">
          <ac:chgData name="Hoang, Quang Manh" userId="1c61224f-ec88-4d4b-ad8c-d1c568721deb" providerId="ADAL" clId="{1A4E9071-D4A9-4D30-A7D1-538CF7032776}" dt="2025-11-24T15:40:32.585" v="902" actId="478"/>
          <ac:spMkLst>
            <pc:docMk/>
            <pc:sldMk cId="2086785833" sldId="258"/>
            <ac:spMk id="2" creationId="{DCBC536D-6B3E-35BE-39F8-729E128A5592}"/>
          </ac:spMkLst>
        </pc:spChg>
        <pc:spChg chg="add del mod">
          <ac:chgData name="Hoang, Quang Manh" userId="1c61224f-ec88-4d4b-ad8c-d1c568721deb" providerId="ADAL" clId="{1A4E9071-D4A9-4D30-A7D1-538CF7032776}" dt="2025-11-24T15:40:31.587" v="901" actId="478"/>
          <ac:spMkLst>
            <pc:docMk/>
            <pc:sldMk cId="2086785833" sldId="258"/>
            <ac:spMk id="3" creationId="{7C84E4FC-7F5D-7EED-68FB-0B3B79B1EC01}"/>
          </ac:spMkLst>
        </pc:spChg>
        <pc:spChg chg="mod">
          <ac:chgData name="Hoang, Quang Manh" userId="1c61224f-ec88-4d4b-ad8c-d1c568721deb" providerId="ADAL" clId="{1A4E9071-D4A9-4D30-A7D1-538CF7032776}" dt="2025-11-24T16:21:40.237" v="1341" actId="255"/>
          <ac:spMkLst>
            <pc:docMk/>
            <pc:sldMk cId="2086785833" sldId="258"/>
            <ac:spMk id="4" creationId="{10F8B498-6EA8-A5A4-95BC-CFA8861C08EB}"/>
          </ac:spMkLst>
        </pc:spChg>
        <pc:spChg chg="add mod">
          <ac:chgData name="Hoang, Quang Manh" userId="1c61224f-ec88-4d4b-ad8c-d1c568721deb" providerId="ADAL" clId="{1A4E9071-D4A9-4D30-A7D1-538CF7032776}" dt="2025-11-24T15:44:00.625" v="948" actId="20577"/>
          <ac:spMkLst>
            <pc:docMk/>
            <pc:sldMk cId="2086785833" sldId="258"/>
            <ac:spMk id="16" creationId="{CDBBD3A5-5D45-1BD5-8985-382FD76BC57C}"/>
          </ac:spMkLst>
        </pc:spChg>
        <pc:picChg chg="add del mod">
          <ac:chgData name="Hoang, Quang Manh" userId="1c61224f-ec88-4d4b-ad8c-d1c568721deb" providerId="ADAL" clId="{1A4E9071-D4A9-4D30-A7D1-538CF7032776}" dt="2025-11-24T15:43:14.419" v="918" actId="478"/>
          <ac:picMkLst>
            <pc:docMk/>
            <pc:sldMk cId="2086785833" sldId="258"/>
            <ac:picMk id="7" creationId="{15C6D18C-3E50-BF20-8B45-8120F7533348}"/>
          </ac:picMkLst>
        </pc:picChg>
        <pc:picChg chg="add mod">
          <ac:chgData name="Hoang, Quang Manh" userId="1c61224f-ec88-4d4b-ad8c-d1c568721deb" providerId="ADAL" clId="{1A4E9071-D4A9-4D30-A7D1-538CF7032776}" dt="2025-11-24T21:27:16.553" v="2267" actId="1076"/>
          <ac:picMkLst>
            <pc:docMk/>
            <pc:sldMk cId="2086785833" sldId="258"/>
            <ac:picMk id="9" creationId="{23EA581C-E782-8676-2D7D-AF5FBC71558E}"/>
          </ac:picMkLst>
        </pc:picChg>
        <pc:picChg chg="add mod ord">
          <ac:chgData name="Hoang, Quang Manh" userId="1c61224f-ec88-4d4b-ad8c-d1c568721deb" providerId="ADAL" clId="{1A4E9071-D4A9-4D30-A7D1-538CF7032776}" dt="2025-11-24T21:27:26.098" v="2270" actId="1076"/>
          <ac:picMkLst>
            <pc:docMk/>
            <pc:sldMk cId="2086785833" sldId="258"/>
            <ac:picMk id="11" creationId="{69AEB51D-B028-EC80-F1E3-6AE68FC168C6}"/>
          </ac:picMkLst>
        </pc:picChg>
        <pc:picChg chg="add mod">
          <ac:chgData name="Hoang, Quang Manh" userId="1c61224f-ec88-4d4b-ad8c-d1c568721deb" providerId="ADAL" clId="{1A4E9071-D4A9-4D30-A7D1-538CF7032776}" dt="2025-11-24T21:27:30.705" v="2271" actId="1076"/>
          <ac:picMkLst>
            <pc:docMk/>
            <pc:sldMk cId="2086785833" sldId="258"/>
            <ac:picMk id="15" creationId="{AE128189-6DD1-D525-4FA9-339DF1D6EB86}"/>
          </ac:picMkLst>
        </pc:picChg>
        <pc:picChg chg="del mod">
          <ac:chgData name="Hoang, Quang Manh" userId="1c61224f-ec88-4d4b-ad8c-d1c568721deb" providerId="ADAL" clId="{1A4E9071-D4A9-4D30-A7D1-538CF7032776}" dt="2025-11-24T15:33:55.701" v="735" actId="478"/>
          <ac:picMkLst>
            <pc:docMk/>
            <pc:sldMk cId="2086785833" sldId="258"/>
            <ac:picMk id="2050" creationId="{FA32EA0B-6AD0-30F8-2E94-8592E6AD2194}"/>
          </ac:picMkLst>
        </pc:picChg>
        <pc:picChg chg="add del mod">
          <ac:chgData name="Hoang, Quang Manh" userId="1c61224f-ec88-4d4b-ad8c-d1c568721deb" providerId="ADAL" clId="{1A4E9071-D4A9-4D30-A7D1-538CF7032776}" dt="2025-11-24T15:33:55.999" v="736" actId="478"/>
          <ac:picMkLst>
            <pc:docMk/>
            <pc:sldMk cId="2086785833" sldId="258"/>
            <ac:picMk id="3074" creationId="{2E275CF8-3805-1B5E-F1EE-63147B1A2129}"/>
          </ac:picMkLst>
        </pc:picChg>
        <pc:cxnChg chg="add del">
          <ac:chgData name="Hoang, Quang Manh" userId="1c61224f-ec88-4d4b-ad8c-d1c568721deb" providerId="ADAL" clId="{1A4E9071-D4A9-4D30-A7D1-538CF7032776}" dt="2025-11-24T15:43:16.372" v="919" actId="478"/>
          <ac:cxnSpMkLst>
            <pc:docMk/>
            <pc:sldMk cId="2086785833" sldId="258"/>
            <ac:cxnSpMk id="13" creationId="{3113D199-7A67-B4CD-5DF7-0BE105FE756E}"/>
          </ac:cxnSpMkLst>
        </pc:cxnChg>
      </pc:sldChg>
      <pc:sldChg chg="addSp modSp add mod">
        <pc:chgData name="Hoang, Quang Manh" userId="1c61224f-ec88-4d4b-ad8c-d1c568721deb" providerId="ADAL" clId="{1A4E9071-D4A9-4D30-A7D1-538CF7032776}" dt="2025-11-24T16:21:46.451" v="1342" actId="255"/>
        <pc:sldMkLst>
          <pc:docMk/>
          <pc:sldMk cId="3827276180" sldId="259"/>
        </pc:sldMkLst>
        <pc:spChg chg="mod">
          <ac:chgData name="Hoang, Quang Manh" userId="1c61224f-ec88-4d4b-ad8c-d1c568721deb" providerId="ADAL" clId="{1A4E9071-D4A9-4D30-A7D1-538CF7032776}" dt="2025-11-24T15:46:10.848" v="1169" actId="20577"/>
          <ac:spMkLst>
            <pc:docMk/>
            <pc:sldMk cId="3827276180" sldId="259"/>
            <ac:spMk id="2" creationId="{E72426C6-EC97-2ECF-CF0A-6B6B8B99C494}"/>
          </ac:spMkLst>
        </pc:spChg>
        <pc:spChg chg="mod">
          <ac:chgData name="Hoang, Quang Manh" userId="1c61224f-ec88-4d4b-ad8c-d1c568721deb" providerId="ADAL" clId="{1A4E9071-D4A9-4D30-A7D1-538CF7032776}" dt="2025-11-24T15:46:02.104" v="1167" actId="20577"/>
          <ac:spMkLst>
            <pc:docMk/>
            <pc:sldMk cId="3827276180" sldId="259"/>
            <ac:spMk id="3" creationId="{E702BAB9-46D3-C7EC-B9E9-4B2AFEF35F87}"/>
          </ac:spMkLst>
        </pc:spChg>
        <pc:spChg chg="mod">
          <ac:chgData name="Hoang, Quang Manh" userId="1c61224f-ec88-4d4b-ad8c-d1c568721deb" providerId="ADAL" clId="{1A4E9071-D4A9-4D30-A7D1-538CF7032776}" dt="2025-11-24T16:21:46.451" v="1342" actId="255"/>
          <ac:spMkLst>
            <pc:docMk/>
            <pc:sldMk cId="3827276180" sldId="259"/>
            <ac:spMk id="4" creationId="{CB92A60A-3347-3109-D5AC-15C26C67EE9B}"/>
          </ac:spMkLst>
        </pc:spChg>
        <pc:spChg chg="add mod">
          <ac:chgData name="Hoang, Quang Manh" userId="1c61224f-ec88-4d4b-ad8c-d1c568721deb" providerId="ADAL" clId="{1A4E9071-D4A9-4D30-A7D1-538CF7032776}" dt="2025-11-24T16:02:00.930" v="1204" actId="20577"/>
          <ac:spMkLst>
            <pc:docMk/>
            <pc:sldMk cId="3827276180" sldId="259"/>
            <ac:spMk id="7" creationId="{60F2900E-67FE-4E1F-BD5A-6F3B2D0DA51F}"/>
          </ac:spMkLst>
        </pc:spChg>
        <pc:spChg chg="add mod">
          <ac:chgData name="Hoang, Quang Manh" userId="1c61224f-ec88-4d4b-ad8c-d1c568721deb" providerId="ADAL" clId="{1A4E9071-D4A9-4D30-A7D1-538CF7032776}" dt="2025-11-24T16:03:03.577" v="1227" actId="20577"/>
          <ac:spMkLst>
            <pc:docMk/>
            <pc:sldMk cId="3827276180" sldId="259"/>
            <ac:spMk id="10" creationId="{BCA0B677-91A8-B976-D7BB-F281908FECF2}"/>
          </ac:spMkLst>
        </pc:spChg>
        <pc:spChg chg="add mod">
          <ac:chgData name="Hoang, Quang Manh" userId="1c61224f-ec88-4d4b-ad8c-d1c568721deb" providerId="ADAL" clId="{1A4E9071-D4A9-4D30-A7D1-538CF7032776}" dt="2025-11-24T16:03:56.785" v="1265" actId="1076"/>
          <ac:spMkLst>
            <pc:docMk/>
            <pc:sldMk cId="3827276180" sldId="259"/>
            <ac:spMk id="11" creationId="{253E5EFD-B763-69CD-DF2A-B250F820727A}"/>
          </ac:spMkLst>
        </pc:spChg>
        <pc:spChg chg="add mod">
          <ac:chgData name="Hoang, Quang Manh" userId="1c61224f-ec88-4d4b-ad8c-d1c568721deb" providerId="ADAL" clId="{1A4E9071-D4A9-4D30-A7D1-538CF7032776}" dt="2025-11-24T16:04:20.149" v="1274" actId="20577"/>
          <ac:spMkLst>
            <pc:docMk/>
            <pc:sldMk cId="3827276180" sldId="259"/>
            <ac:spMk id="12" creationId="{2A901595-5378-48A1-221B-773FA1FB3926}"/>
          </ac:spMkLst>
        </pc:spChg>
        <pc:picChg chg="add mod">
          <ac:chgData name="Hoang, Quang Manh" userId="1c61224f-ec88-4d4b-ad8c-d1c568721deb" providerId="ADAL" clId="{1A4E9071-D4A9-4D30-A7D1-538CF7032776}" dt="2025-11-24T16:01:55.169" v="1200" actId="14100"/>
          <ac:picMkLst>
            <pc:docMk/>
            <pc:sldMk cId="3827276180" sldId="259"/>
            <ac:picMk id="6" creationId="{3AE25D1E-360E-E57F-60CE-E96B1F7FBD16}"/>
          </ac:picMkLst>
        </pc:picChg>
        <pc:picChg chg="add mod">
          <ac:chgData name="Hoang, Quang Manh" userId="1c61224f-ec88-4d4b-ad8c-d1c568721deb" providerId="ADAL" clId="{1A4E9071-D4A9-4D30-A7D1-538CF7032776}" dt="2025-11-24T16:02:55.656" v="1216" actId="1076"/>
          <ac:picMkLst>
            <pc:docMk/>
            <pc:sldMk cId="3827276180" sldId="259"/>
            <ac:picMk id="9" creationId="{E1B577ED-B272-CA66-ADBB-B6B426D6C1F7}"/>
          </ac:picMkLst>
        </pc:picChg>
      </pc:sldChg>
      <pc:sldChg chg="addSp delSp modSp add del">
        <pc:chgData name="Hoang, Quang Manh" userId="1c61224f-ec88-4d4b-ad8c-d1c568721deb" providerId="ADAL" clId="{1A4E9071-D4A9-4D30-A7D1-538CF7032776}" dt="2025-11-24T15:33:39.845" v="719" actId="47"/>
        <pc:sldMkLst>
          <pc:docMk/>
          <pc:sldMk cId="4053118124" sldId="259"/>
        </pc:sldMkLst>
      </pc:sldChg>
      <pc:sldChg chg="addSp delSp modSp add mod">
        <pc:chgData name="Hoang, Quang Manh" userId="1c61224f-ec88-4d4b-ad8c-d1c568721deb" providerId="ADAL" clId="{1A4E9071-D4A9-4D30-A7D1-538CF7032776}" dt="2025-11-25T22:05:15.941" v="2273" actId="14100"/>
        <pc:sldMkLst>
          <pc:docMk/>
          <pc:sldMk cId="3639595044" sldId="260"/>
        </pc:sldMkLst>
        <pc:spChg chg="del">
          <ac:chgData name="Hoang, Quang Manh" userId="1c61224f-ec88-4d4b-ad8c-d1c568721deb" providerId="ADAL" clId="{1A4E9071-D4A9-4D30-A7D1-538CF7032776}" dt="2025-11-24T16:04:36.082" v="1283" actId="478"/>
          <ac:spMkLst>
            <pc:docMk/>
            <pc:sldMk cId="3639595044" sldId="260"/>
            <ac:spMk id="2" creationId="{B16FB735-485D-4E0E-A6D1-F6E26F0A671D}"/>
          </ac:spMkLst>
        </pc:spChg>
        <pc:spChg chg="del">
          <ac:chgData name="Hoang, Quang Manh" userId="1c61224f-ec88-4d4b-ad8c-d1c568721deb" providerId="ADAL" clId="{1A4E9071-D4A9-4D30-A7D1-538CF7032776}" dt="2025-11-24T16:04:35.501" v="1282" actId="478"/>
          <ac:spMkLst>
            <pc:docMk/>
            <pc:sldMk cId="3639595044" sldId="260"/>
            <ac:spMk id="3" creationId="{D08125EE-8C28-C388-3DC0-72EF55684E20}"/>
          </ac:spMkLst>
        </pc:spChg>
        <pc:spChg chg="mod">
          <ac:chgData name="Hoang, Quang Manh" userId="1c61224f-ec88-4d4b-ad8c-d1c568721deb" providerId="ADAL" clId="{1A4E9071-D4A9-4D30-A7D1-538CF7032776}" dt="2025-11-24T16:21:53.306" v="1343" actId="255"/>
          <ac:spMkLst>
            <pc:docMk/>
            <pc:sldMk cId="3639595044" sldId="260"/>
            <ac:spMk id="4" creationId="{17E9C458-F4F5-F835-401A-BBEC7C135F1A}"/>
          </ac:spMkLst>
        </pc:spChg>
        <pc:spChg chg="del">
          <ac:chgData name="Hoang, Quang Manh" userId="1c61224f-ec88-4d4b-ad8c-d1c568721deb" providerId="ADAL" clId="{1A4E9071-D4A9-4D30-A7D1-538CF7032776}" dt="2025-11-24T16:04:34.458" v="1281" actId="478"/>
          <ac:spMkLst>
            <pc:docMk/>
            <pc:sldMk cId="3639595044" sldId="260"/>
            <ac:spMk id="7" creationId="{3B83388E-ED99-D39A-A3E2-4B1690AA226C}"/>
          </ac:spMkLst>
        </pc:spChg>
        <pc:spChg chg="del">
          <ac:chgData name="Hoang, Quang Manh" userId="1c61224f-ec88-4d4b-ad8c-d1c568721deb" providerId="ADAL" clId="{1A4E9071-D4A9-4D30-A7D1-538CF7032776}" dt="2025-11-24T16:04:30.692" v="1277" actId="478"/>
          <ac:spMkLst>
            <pc:docMk/>
            <pc:sldMk cId="3639595044" sldId="260"/>
            <ac:spMk id="10" creationId="{FAFD09F4-3ACC-4ABB-A890-423C45C3201F}"/>
          </ac:spMkLst>
        </pc:spChg>
        <pc:spChg chg="del">
          <ac:chgData name="Hoang, Quang Manh" userId="1c61224f-ec88-4d4b-ad8c-d1c568721deb" providerId="ADAL" clId="{1A4E9071-D4A9-4D30-A7D1-538CF7032776}" dt="2025-11-24T16:04:33.412" v="1280" actId="478"/>
          <ac:spMkLst>
            <pc:docMk/>
            <pc:sldMk cId="3639595044" sldId="260"/>
            <ac:spMk id="11" creationId="{1AF92A73-07CE-DEA1-AE8B-CEE89928E2CD}"/>
          </ac:spMkLst>
        </pc:spChg>
        <pc:spChg chg="del">
          <ac:chgData name="Hoang, Quang Manh" userId="1c61224f-ec88-4d4b-ad8c-d1c568721deb" providerId="ADAL" clId="{1A4E9071-D4A9-4D30-A7D1-538CF7032776}" dt="2025-11-24T16:04:31.481" v="1278" actId="478"/>
          <ac:spMkLst>
            <pc:docMk/>
            <pc:sldMk cId="3639595044" sldId="260"/>
            <ac:spMk id="12" creationId="{6AACB4CF-9DF3-C072-11EA-1535CD3EA904}"/>
          </ac:spMkLst>
        </pc:spChg>
        <pc:spChg chg="add mod">
          <ac:chgData name="Hoang, Quang Manh" userId="1c61224f-ec88-4d4b-ad8c-d1c568721deb" providerId="ADAL" clId="{1A4E9071-D4A9-4D30-A7D1-538CF7032776}" dt="2025-11-24T16:09:37.529" v="1305" actId="1076"/>
          <ac:spMkLst>
            <pc:docMk/>
            <pc:sldMk cId="3639595044" sldId="260"/>
            <ac:spMk id="17" creationId="{54EC015A-906E-DA68-D5C7-422F551FE10E}"/>
          </ac:spMkLst>
        </pc:spChg>
        <pc:spChg chg="add mod">
          <ac:chgData name="Hoang, Quang Manh" userId="1c61224f-ec88-4d4b-ad8c-d1c568721deb" providerId="ADAL" clId="{1A4E9071-D4A9-4D30-A7D1-538CF7032776}" dt="2025-11-24T16:10:01.116" v="1310" actId="2085"/>
          <ac:spMkLst>
            <pc:docMk/>
            <pc:sldMk cId="3639595044" sldId="260"/>
            <ac:spMk id="18" creationId="{4B15F4EE-39D9-BD2A-8E7C-DA442A7FCBBB}"/>
          </ac:spMkLst>
        </pc:spChg>
        <pc:spChg chg="add mod">
          <ac:chgData name="Hoang, Quang Manh" userId="1c61224f-ec88-4d4b-ad8c-d1c568721deb" providerId="ADAL" clId="{1A4E9071-D4A9-4D30-A7D1-538CF7032776}" dt="2025-11-24T16:09:46.897" v="1308" actId="571"/>
          <ac:spMkLst>
            <pc:docMk/>
            <pc:sldMk cId="3639595044" sldId="260"/>
            <ac:spMk id="19" creationId="{A03CB133-7E81-6BFE-0B37-CDFA7A5C1304}"/>
          </ac:spMkLst>
        </pc:spChg>
        <pc:spChg chg="add mod">
          <ac:chgData name="Hoang, Quang Manh" userId="1c61224f-ec88-4d4b-ad8c-d1c568721deb" providerId="ADAL" clId="{1A4E9071-D4A9-4D30-A7D1-538CF7032776}" dt="2025-11-24T16:10:11.532" v="1312" actId="2085"/>
          <ac:spMkLst>
            <pc:docMk/>
            <pc:sldMk cId="3639595044" sldId="260"/>
            <ac:spMk id="20" creationId="{E6BE15E3-A7A0-20C4-1013-F192FB5C7720}"/>
          </ac:spMkLst>
        </pc:spChg>
        <pc:spChg chg="add mod">
          <ac:chgData name="Hoang, Quang Manh" userId="1c61224f-ec88-4d4b-ad8c-d1c568721deb" providerId="ADAL" clId="{1A4E9071-D4A9-4D30-A7D1-538CF7032776}" dt="2025-11-24T16:10:31.623" v="1323" actId="20577"/>
          <ac:spMkLst>
            <pc:docMk/>
            <pc:sldMk cId="3639595044" sldId="260"/>
            <ac:spMk id="21" creationId="{2A6D55E7-3BF9-1E17-26B9-B94F8D713AA0}"/>
          </ac:spMkLst>
        </pc:spChg>
        <pc:spChg chg="add mod">
          <ac:chgData name="Hoang, Quang Manh" userId="1c61224f-ec88-4d4b-ad8c-d1c568721deb" providerId="ADAL" clId="{1A4E9071-D4A9-4D30-A7D1-538CF7032776}" dt="2025-11-24T16:10:28.618" v="1321" actId="571"/>
          <ac:spMkLst>
            <pc:docMk/>
            <pc:sldMk cId="3639595044" sldId="260"/>
            <ac:spMk id="22" creationId="{E35AC37D-F898-D87D-D39A-CCDFCBDA84AD}"/>
          </ac:spMkLst>
        </pc:spChg>
        <pc:picChg chg="del">
          <ac:chgData name="Hoang, Quang Manh" userId="1c61224f-ec88-4d4b-ad8c-d1c568721deb" providerId="ADAL" clId="{1A4E9071-D4A9-4D30-A7D1-538CF7032776}" dt="2025-11-24T16:04:32.155" v="1279" actId="478"/>
          <ac:picMkLst>
            <pc:docMk/>
            <pc:sldMk cId="3639595044" sldId="260"/>
            <ac:picMk id="6" creationId="{3F55DBB5-3368-7DE6-D38E-F8CC0B695F7E}"/>
          </ac:picMkLst>
        </pc:picChg>
        <pc:picChg chg="add mod">
          <ac:chgData name="Hoang, Quang Manh" userId="1c61224f-ec88-4d4b-ad8c-d1c568721deb" providerId="ADAL" clId="{1A4E9071-D4A9-4D30-A7D1-538CF7032776}" dt="2025-11-24T16:09:14.825" v="1300" actId="1076"/>
          <ac:picMkLst>
            <pc:docMk/>
            <pc:sldMk cId="3639595044" sldId="260"/>
            <ac:picMk id="8" creationId="{454B1179-DAFE-C667-BCD6-9C45F9187F25}"/>
          </ac:picMkLst>
        </pc:picChg>
        <pc:picChg chg="del">
          <ac:chgData name="Hoang, Quang Manh" userId="1c61224f-ec88-4d4b-ad8c-d1c568721deb" providerId="ADAL" clId="{1A4E9071-D4A9-4D30-A7D1-538CF7032776}" dt="2025-11-24T16:04:29.510" v="1276" actId="478"/>
          <ac:picMkLst>
            <pc:docMk/>
            <pc:sldMk cId="3639595044" sldId="260"/>
            <ac:picMk id="9" creationId="{A690AFD1-C585-C8DB-1AA1-3703FFC7E4AA}"/>
          </ac:picMkLst>
        </pc:picChg>
        <pc:picChg chg="add mod">
          <ac:chgData name="Hoang, Quang Manh" userId="1c61224f-ec88-4d4b-ad8c-d1c568721deb" providerId="ADAL" clId="{1A4E9071-D4A9-4D30-A7D1-538CF7032776}" dt="2025-11-25T22:05:15.941" v="2273" actId="14100"/>
          <ac:picMkLst>
            <pc:docMk/>
            <pc:sldMk cId="3639595044" sldId="260"/>
            <ac:picMk id="14" creationId="{79C8174C-499A-F967-BFE2-5D12A0C65150}"/>
          </ac:picMkLst>
        </pc:picChg>
        <pc:picChg chg="add mod">
          <ac:chgData name="Hoang, Quang Manh" userId="1c61224f-ec88-4d4b-ad8c-d1c568721deb" providerId="ADAL" clId="{1A4E9071-D4A9-4D30-A7D1-538CF7032776}" dt="2025-11-24T16:09:14.825" v="1300" actId="1076"/>
          <ac:picMkLst>
            <pc:docMk/>
            <pc:sldMk cId="3639595044" sldId="260"/>
            <ac:picMk id="16" creationId="{00EBF704-3AE1-34B4-83D6-079871D0229D}"/>
          </ac:picMkLst>
        </pc:picChg>
      </pc:sldChg>
      <pc:sldChg chg="addSp delSp modSp add del">
        <pc:chgData name="Hoang, Quang Manh" userId="1c61224f-ec88-4d4b-ad8c-d1c568721deb" providerId="ADAL" clId="{1A4E9071-D4A9-4D30-A7D1-538CF7032776}" dt="2025-11-24T15:33:39.217" v="718" actId="47"/>
        <pc:sldMkLst>
          <pc:docMk/>
          <pc:sldMk cId="4089799357" sldId="260"/>
        </pc:sldMkLst>
      </pc:sldChg>
      <pc:sldChg chg="addSp delSp modSp add del">
        <pc:chgData name="Hoang, Quang Manh" userId="1c61224f-ec88-4d4b-ad8c-d1c568721deb" providerId="ADAL" clId="{1A4E9071-D4A9-4D30-A7D1-538CF7032776}" dt="2025-11-24T15:33:40.323" v="720" actId="47"/>
        <pc:sldMkLst>
          <pc:docMk/>
          <pc:sldMk cId="839137950" sldId="261"/>
        </pc:sldMkLst>
      </pc:sldChg>
      <pc:sldChg chg="addSp delSp modSp add mod">
        <pc:chgData name="Hoang, Quang Manh" userId="1c61224f-ec88-4d4b-ad8c-d1c568721deb" providerId="ADAL" clId="{1A4E9071-D4A9-4D30-A7D1-538CF7032776}" dt="2025-11-24T21:26:25.111" v="2259" actId="1076"/>
        <pc:sldMkLst>
          <pc:docMk/>
          <pc:sldMk cId="2152546670" sldId="261"/>
        </pc:sldMkLst>
        <pc:spChg chg="mod">
          <ac:chgData name="Hoang, Quang Manh" userId="1c61224f-ec88-4d4b-ad8c-d1c568721deb" providerId="ADAL" clId="{1A4E9071-D4A9-4D30-A7D1-538CF7032776}" dt="2025-11-24T16:38:11.137" v="1981" actId="20577"/>
          <ac:spMkLst>
            <pc:docMk/>
            <pc:sldMk cId="2152546670" sldId="261"/>
            <ac:spMk id="4" creationId="{131E9FDD-C5C4-61B7-ECA3-6B57A20171EC}"/>
          </ac:spMkLst>
        </pc:spChg>
        <pc:spChg chg="del">
          <ac:chgData name="Hoang, Quang Manh" userId="1c61224f-ec88-4d4b-ad8c-d1c568721deb" providerId="ADAL" clId="{1A4E9071-D4A9-4D30-A7D1-538CF7032776}" dt="2025-11-24T16:38:16.134" v="1982" actId="478"/>
          <ac:spMkLst>
            <pc:docMk/>
            <pc:sldMk cId="2152546670" sldId="261"/>
            <ac:spMk id="5" creationId="{8508954B-F974-E10E-3A61-D3ACA5A56367}"/>
          </ac:spMkLst>
        </pc:spChg>
        <pc:spChg chg="del">
          <ac:chgData name="Hoang, Quang Manh" userId="1c61224f-ec88-4d4b-ad8c-d1c568721deb" providerId="ADAL" clId="{1A4E9071-D4A9-4D30-A7D1-538CF7032776}" dt="2025-11-24T16:38:17.739" v="1983" actId="478"/>
          <ac:spMkLst>
            <pc:docMk/>
            <pc:sldMk cId="2152546670" sldId="261"/>
            <ac:spMk id="7" creationId="{50A04DA5-DAAB-4A81-B972-0147D1282D17}"/>
          </ac:spMkLst>
        </pc:spChg>
        <pc:picChg chg="add mod">
          <ac:chgData name="Hoang, Quang Manh" userId="1c61224f-ec88-4d4b-ad8c-d1c568721deb" providerId="ADAL" clId="{1A4E9071-D4A9-4D30-A7D1-538CF7032776}" dt="2025-11-24T20:11:31.966" v="2250" actId="1076"/>
          <ac:picMkLst>
            <pc:docMk/>
            <pc:sldMk cId="2152546670" sldId="261"/>
            <ac:picMk id="1026" creationId="{13C430F6-E66E-F8A2-A938-7601D01A3FD7}"/>
          </ac:picMkLst>
        </pc:picChg>
        <pc:picChg chg="add mod">
          <ac:chgData name="Hoang, Quang Manh" userId="1c61224f-ec88-4d4b-ad8c-d1c568721deb" providerId="ADAL" clId="{1A4E9071-D4A9-4D30-A7D1-538CF7032776}" dt="2025-11-24T21:26:19.107" v="2255" actId="1076"/>
          <ac:picMkLst>
            <pc:docMk/>
            <pc:sldMk cId="2152546670" sldId="261"/>
            <ac:picMk id="1028" creationId="{A700552A-EF83-4EC3-EB75-B447CD06FDC3}"/>
          </ac:picMkLst>
        </pc:picChg>
        <pc:picChg chg="add mod">
          <ac:chgData name="Hoang, Quang Manh" userId="1c61224f-ec88-4d4b-ad8c-d1c568721deb" providerId="ADAL" clId="{1A4E9071-D4A9-4D30-A7D1-538CF7032776}" dt="2025-11-24T21:26:13.033" v="2251" actId="1076"/>
          <ac:picMkLst>
            <pc:docMk/>
            <pc:sldMk cId="2152546670" sldId="261"/>
            <ac:picMk id="1030" creationId="{36DF6154-4096-813B-75D8-8718179FAA93}"/>
          </ac:picMkLst>
        </pc:picChg>
        <pc:picChg chg="add mod">
          <ac:chgData name="Hoang, Quang Manh" userId="1c61224f-ec88-4d4b-ad8c-d1c568721deb" providerId="ADAL" clId="{1A4E9071-D4A9-4D30-A7D1-538CF7032776}" dt="2025-11-24T21:26:25.111" v="2259" actId="1076"/>
          <ac:picMkLst>
            <pc:docMk/>
            <pc:sldMk cId="2152546670" sldId="261"/>
            <ac:picMk id="1032" creationId="{56643F52-C2F9-04CD-8293-B5EA61DBA5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FBE-5CA8-DD42-15B1-3A3B38096E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E626C-54AB-A890-8E26-E4CAA132DC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65F63-B7AA-10A5-99EE-70F457209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1179C-2390-5203-B894-8C1005361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4B14F-814E-CD25-19FF-55B4AC56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61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CE5E3-F57F-60FD-6F19-6C94DAE0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B57D3-20AE-661F-BEB2-59EC3FEA6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BA2B3A-35DD-3F0E-07E6-D3174570D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86257-35D8-73D3-DC56-A89330419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C07BA-52A0-B64A-85D3-B55766CE0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3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1BC6-4CE2-C0F7-F057-B9CFF35D5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FC1E4-8850-700D-2E97-F449D5ED1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5DB9-675A-8604-83A4-C6B5F59C9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2A781-8ED9-8767-001B-BD26A31D8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8A4DA-C0D1-1CA9-75A3-420B89DD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74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2548-8894-2DC8-25C9-757249153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1146D-83DA-66E2-7778-9A67B2B3A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46697-CB61-2EED-040A-7451FD936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8C652-45E4-3328-CDCB-82125477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304698-66E9-FEAB-D3EB-EFEEA9532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9712E-820A-6570-0ED7-36D77666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4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5170E-28F9-7DD2-9F57-AFDE55DC1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A1C37-CD40-515A-F04F-B098306BB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EF5423-F31E-D427-F887-68BDC91E66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031F7F-7A86-3F33-19E4-7941F7A8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417D2A-9653-530F-B699-4913A4B516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510B9-A21C-4000-7235-216228E6C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FFF450-49BA-6EEF-C079-27B0F009B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E11FBC-FAD9-DBCE-C87E-41D809395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13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59D1E-6546-2EAF-54AC-A8EBEE18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06BF3-0327-6DFD-74FE-EB742261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C19226-5C1F-6955-0546-06EC7C6F2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876D25-AC3F-8595-8957-B3323FFE4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7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385F-51A7-2BAA-BF29-DBE164FF1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506F0-D816-78D3-F770-F4307B55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47B3F-B192-4BEF-2BE9-5F0EC221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21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FF093-C9A4-9C6C-A70F-806C649F2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1E5C9-FDB6-8AC4-DF8C-92F6E8A24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33DEF-A31C-072E-324D-AC2CAA8E07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E20CB-9B5C-63A0-A2CF-F8C07A346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2392B-740D-01FB-50C9-9CD932D98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E5B76-3EBA-C8C7-5DCE-F44407F1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44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2E834-D078-6BF3-8983-386525200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253FFF-9E80-8C32-11EC-DFE9DB7A2A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6ED37-F864-95C1-9ADD-BD9A81614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4766F-8944-3594-83AA-11702AF25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66536-08E9-2598-248E-FE62A3FC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C6E3F-E8BA-9D07-5154-98FD3B2D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87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81598-C7DE-CE74-2DB6-8A645888E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21432-A3B2-A10C-C0AD-9EDED94CB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4558-23DE-8517-88F0-F9D08E958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D3FA-B8D5-566F-8754-9023E27FC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DEFE1-5C94-57C7-D6AE-9317E3C8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8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28D1D1-5061-5123-4718-FFFC4085AA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EEFFC0-F097-81A4-CA30-DD6D24467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A41C1-9FD6-B386-E94B-846D4DA1F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8ECAB-785F-9041-123B-BA75C4125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D12D8-3542-B837-C150-505DB7FEC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98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B776A-91B7-656E-3263-6A071ADB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7FE71-34A6-CB51-9F68-44BA10B23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3842E-9E3F-8B75-1114-A0BD9EED6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91373-5AE8-47FE-8859-972A7BBD39C1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355AC-34D3-9DD1-26DA-DF30ADCBA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44B34-4D1E-51BF-9123-95810CA179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E47843-D9DE-4348-95D6-5CE0E30EB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21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3EABE9-BFA2-0372-F8B3-6E6B9FC7E4CE}"/>
              </a:ext>
            </a:extLst>
          </p:cNvPr>
          <p:cNvSpPr txBox="1"/>
          <p:nvPr/>
        </p:nvSpPr>
        <p:spPr>
          <a:xfrm>
            <a:off x="254977" y="202223"/>
            <a:ext cx="18220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Paper idea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6A2FF9-4019-7F45-EBEA-886DFD532E19}"/>
              </a:ext>
            </a:extLst>
          </p:cNvPr>
          <p:cNvSpPr txBox="1"/>
          <p:nvPr/>
        </p:nvSpPr>
        <p:spPr>
          <a:xfrm>
            <a:off x="254977" y="720383"/>
            <a:ext cx="1195000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Federated learning for multiple GFLIs with different control parameters (current control, PLL), LCL filters parameters.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dirty="0"/>
              <a:t>Emphasize on 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privacy, confidential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Backbone model for new GFLIs</a:t>
            </a:r>
          </a:p>
          <a:p>
            <a:pPr lvl="1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5E67F-ABBE-6FE0-DA4F-7902658B0426}"/>
              </a:ext>
            </a:extLst>
          </p:cNvPr>
          <p:cNvSpPr txBox="1"/>
          <p:nvPr/>
        </p:nvSpPr>
        <p:spPr>
          <a:xfrm>
            <a:off x="254977" y="3429000"/>
            <a:ext cx="8318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Application in stability analysis of Single GFLI connected with strong/weak grid.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Offline simulation on Simulink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And CHIL validation on Typhoon/OPAL-RT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D4A575-FDBB-861F-9E29-E8894BCB82C5}"/>
              </a:ext>
            </a:extLst>
          </p:cNvPr>
          <p:cNvSpPr txBox="1"/>
          <p:nvPr/>
        </p:nvSpPr>
        <p:spPr>
          <a:xfrm>
            <a:off x="254977" y="2197711"/>
            <a:ext cx="86023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In the case we have a new GFLI, we can compare training efficiency of 3 scenarios: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FNN_From_Scratch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FedAvg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PerFedAvg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955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10E5-1664-9EC2-7A5D-11EADAE8B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1E9FDD-C5C4-61B7-ECA3-6B57A20171EC}"/>
              </a:ext>
            </a:extLst>
          </p:cNvPr>
          <p:cNvSpPr txBox="1"/>
          <p:nvPr/>
        </p:nvSpPr>
        <p:spPr>
          <a:xfrm>
            <a:off x="254977" y="202223"/>
            <a:ext cx="30707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Federated learning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3C430F6-E66E-F8A2-A938-7601D01A3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" y="1444890"/>
            <a:ext cx="3795438" cy="37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700552A-EF83-4EC3-EB75-B447CD06FD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368" y="1444890"/>
            <a:ext cx="3860625" cy="372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6DF6154-4096-813B-75D8-8718179FA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0993" y="1052234"/>
            <a:ext cx="4461007" cy="237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56643F52-C2F9-04CD-8293-B5EA61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7251" y="3816614"/>
            <a:ext cx="4088490" cy="2702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546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D088A-526B-BB2A-8792-C32D1260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F8B498-6EA8-A5A4-95BC-CFA8861C08EB}"/>
              </a:ext>
            </a:extLst>
          </p:cNvPr>
          <p:cNvSpPr txBox="1"/>
          <p:nvPr/>
        </p:nvSpPr>
        <p:spPr>
          <a:xfrm>
            <a:off x="254977" y="202223"/>
            <a:ext cx="1730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Validation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EA581C-E782-8676-2D7D-AF5FBC715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191" y="50009"/>
            <a:ext cx="4318969" cy="26345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E128189-6DD1-D525-4FA9-339DF1D6E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645" y="1655158"/>
            <a:ext cx="4461933" cy="334645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DBBD3A5-5D45-1BD5-8985-382FD76BC57C}"/>
              </a:ext>
            </a:extLst>
          </p:cNvPr>
          <p:cNvSpPr txBox="1"/>
          <p:nvPr/>
        </p:nvSpPr>
        <p:spPr>
          <a:xfrm>
            <a:off x="254977" y="747346"/>
            <a:ext cx="2534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Passive components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AEB51D-B028-EC80-F1E3-6AE68FC168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3431" y="2797090"/>
            <a:ext cx="7389924" cy="401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785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156CB-E18E-C45B-B6E1-C45CF2A4F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92A60A-3347-3109-D5AC-15C26C67EE9B}"/>
              </a:ext>
            </a:extLst>
          </p:cNvPr>
          <p:cNvSpPr txBox="1"/>
          <p:nvPr/>
        </p:nvSpPr>
        <p:spPr>
          <a:xfrm>
            <a:off x="254977" y="202223"/>
            <a:ext cx="6737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Validation for 3-phase inverter on </a:t>
            </a:r>
            <a:r>
              <a:rPr lang="en-US" sz="2800" dirty="0" err="1"/>
              <a:t>dq</a:t>
            </a:r>
            <a:r>
              <a:rPr lang="en-US" sz="2800" dirty="0"/>
              <a:t> frame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2426C6-EC97-2ECF-CF0A-6B6B8B99C494}"/>
              </a:ext>
            </a:extLst>
          </p:cNvPr>
          <p:cNvSpPr txBox="1"/>
          <p:nvPr/>
        </p:nvSpPr>
        <p:spPr>
          <a:xfrm>
            <a:off x="254977" y="747346"/>
            <a:ext cx="7325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Coupling in </a:t>
            </a:r>
            <a:r>
              <a:rPr lang="en-US" dirty="0" err="1"/>
              <a:t>dq</a:t>
            </a:r>
            <a:r>
              <a:rPr lang="en-US" dirty="0"/>
              <a:t> transformation  -&gt; using Bode plot can make a mistake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02BAB9-46D3-C7EC-B9E9-4B2AFEF35F87}"/>
              </a:ext>
            </a:extLst>
          </p:cNvPr>
          <p:cNvSpPr txBox="1"/>
          <p:nvPr/>
        </p:nvSpPr>
        <p:spPr>
          <a:xfrm>
            <a:off x="254977" y="1292469"/>
            <a:ext cx="845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So, after got impedance model of IBR -&gt; Plot Nyquist curve to investigate stability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E25D1E-360E-E57F-60CE-E96B1F7F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77" y="2616884"/>
            <a:ext cx="4218875" cy="31641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F2900E-67FE-4E1F-BD5A-6F3B2D0DA51F}"/>
              </a:ext>
            </a:extLst>
          </p:cNvPr>
          <p:cNvSpPr txBox="1"/>
          <p:nvPr/>
        </p:nvSpPr>
        <p:spPr>
          <a:xfrm>
            <a:off x="1604834" y="2071761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Strong grid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B577ED-B272-CA66-ADBB-B6B426D6C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960" y="2616884"/>
            <a:ext cx="4323079" cy="32423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CA0B677-91A8-B976-D7BB-F281908FECF2}"/>
              </a:ext>
            </a:extLst>
          </p:cNvPr>
          <p:cNvSpPr txBox="1"/>
          <p:nvPr/>
        </p:nvSpPr>
        <p:spPr>
          <a:xfrm>
            <a:off x="6550936" y="2071761"/>
            <a:ext cx="116153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Weak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3E5EFD-B763-69CD-DF2A-B250F820727A}"/>
                  </a:ext>
                </a:extLst>
              </p:cNvPr>
              <p:cNvSpPr txBox="1"/>
              <p:nvPr/>
            </p:nvSpPr>
            <p:spPr>
              <a:xfrm>
                <a:off x="1371404" y="5956831"/>
                <a:ext cx="1715983" cy="3919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53E5EFD-B763-69CD-DF2A-B250F8207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404" y="5956831"/>
                <a:ext cx="1715983" cy="391902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01595-5378-48A1-221B-773FA1FB3926}"/>
                  </a:ext>
                </a:extLst>
              </p:cNvPr>
              <p:cNvSpPr txBox="1"/>
              <p:nvPr/>
            </p:nvSpPr>
            <p:spPr>
              <a:xfrm>
                <a:off x="6495078" y="5956831"/>
                <a:ext cx="2097754" cy="39190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′=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4(</m:t>
                          </m:r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A901595-5378-48A1-221B-773FA1FB3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5078" y="5956831"/>
                <a:ext cx="2097754" cy="391902"/>
              </a:xfrm>
              <a:prstGeom prst="rect">
                <a:avLst/>
              </a:prstGeom>
              <a:blipFill>
                <a:blip r:embed="rId5"/>
                <a:stretch>
                  <a:fillRect b="-75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27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CF8FF-2C10-2AEB-B6AD-889BA9DC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E9C458-F4F5-F835-401A-BBEC7C135F1A}"/>
              </a:ext>
            </a:extLst>
          </p:cNvPr>
          <p:cNvSpPr txBox="1"/>
          <p:nvPr/>
        </p:nvSpPr>
        <p:spPr>
          <a:xfrm>
            <a:off x="254977" y="202223"/>
            <a:ext cx="6737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Validation for 3-phase inverter on </a:t>
            </a:r>
            <a:r>
              <a:rPr lang="en-US" sz="2800" dirty="0" err="1"/>
              <a:t>dq</a:t>
            </a:r>
            <a:r>
              <a:rPr lang="en-US" sz="2800" dirty="0"/>
              <a:t> frame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4B1179-DAFE-C667-BCD6-9C45F9187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3370" y="676865"/>
            <a:ext cx="7997830" cy="363740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9C8174C-499A-F967-BFE2-5D12A0C65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370" y="4597823"/>
            <a:ext cx="3905412" cy="20579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0EBF704-3AE1-34B4-83D6-079871D0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284" y="4647093"/>
            <a:ext cx="3811909" cy="20064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EC015A-906E-DA68-D5C7-422F551FE10E}"/>
              </a:ext>
            </a:extLst>
          </p:cNvPr>
          <p:cNvSpPr txBox="1"/>
          <p:nvPr/>
        </p:nvSpPr>
        <p:spPr>
          <a:xfrm>
            <a:off x="1849419" y="4773395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grid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15F4EE-39D9-BD2A-8E7C-DA442A7FCBBB}"/>
              </a:ext>
            </a:extLst>
          </p:cNvPr>
          <p:cNvSpPr txBox="1"/>
          <p:nvPr/>
        </p:nvSpPr>
        <p:spPr>
          <a:xfrm>
            <a:off x="4279299" y="4647093"/>
            <a:ext cx="12294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Weak grid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3CB133-7E81-6BFE-0B37-CDFA7A5C1304}"/>
              </a:ext>
            </a:extLst>
          </p:cNvPr>
          <p:cNvSpPr txBox="1"/>
          <p:nvPr/>
        </p:nvSpPr>
        <p:spPr>
          <a:xfrm>
            <a:off x="6259113" y="4773395"/>
            <a:ext cx="12491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Strong grid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6BE15E3-A7A0-20C4-1013-F192FB5C7720}"/>
              </a:ext>
            </a:extLst>
          </p:cNvPr>
          <p:cNvSpPr txBox="1"/>
          <p:nvPr/>
        </p:nvSpPr>
        <p:spPr>
          <a:xfrm>
            <a:off x="8278212" y="4647093"/>
            <a:ext cx="122948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Weak grid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D55E7-3BF9-1E17-26B9-B94F8D713AA0}"/>
                  </a:ext>
                </a:extLst>
              </p:cNvPr>
              <p:cNvSpPr txBox="1"/>
              <p:nvPr/>
            </p:nvSpPr>
            <p:spPr>
              <a:xfrm>
                <a:off x="2608932" y="6181135"/>
                <a:ext cx="1229483" cy="39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6D55E7-3BF9-1E17-26B9-B94F8D713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932" y="6181135"/>
                <a:ext cx="1229483" cy="390748"/>
              </a:xfrm>
              <a:prstGeom prst="rect">
                <a:avLst/>
              </a:prstGeom>
              <a:blipFill>
                <a:blip r:embed="rId5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AC37D-F898-D87D-D39A-CCDFCBDA84AD}"/>
                  </a:ext>
                </a:extLst>
              </p:cNvPr>
              <p:cNvSpPr txBox="1"/>
              <p:nvPr/>
            </p:nvSpPr>
            <p:spPr>
              <a:xfrm>
                <a:off x="6883675" y="6181135"/>
                <a:ext cx="1229483" cy="390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𝑝𝑐𝑐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35AC37D-F898-D87D-D39A-CCDFCBDA84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675" y="6181135"/>
                <a:ext cx="1229483" cy="390748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9595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</TotalTime>
  <Words>157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Hoang, Quang Manh</dc:creator>
  <cp:lastModifiedBy>Hoang, Quang Manh</cp:lastModifiedBy>
  <cp:revision>1</cp:revision>
  <dcterms:created xsi:type="dcterms:W3CDTF">2025-11-07T16:42:41Z</dcterms:created>
  <dcterms:modified xsi:type="dcterms:W3CDTF">2025-11-25T22:05:16Z</dcterms:modified>
</cp:coreProperties>
</file>