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346" r:id="rId2"/>
    <p:sldId id="296" r:id="rId3"/>
    <p:sldId id="360" r:id="rId4"/>
    <p:sldId id="362" r:id="rId5"/>
    <p:sldId id="363" r:id="rId6"/>
    <p:sldId id="358" r:id="rId7"/>
    <p:sldId id="361" r:id="rId8"/>
    <p:sldId id="27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gX68wS903Wb1DjrKYr2iEsLAM6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FF7C80"/>
    <a:srgbClr val="FF3300"/>
    <a:srgbClr val="FF00FF"/>
    <a:srgbClr val="CCECFF"/>
    <a:srgbClr val="2F5597"/>
    <a:srgbClr val="FFFFCC"/>
    <a:srgbClr val="66CCFF"/>
    <a:srgbClr val="FFCC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31D130-D455-42BC-A151-687622DC23EE}" v="167" dt="2025-12-19T21:33:00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37" autoAdjust="0"/>
  </p:normalViewPr>
  <p:slideViewPr>
    <p:cSldViewPr snapToGrid="0">
      <p:cViewPr>
        <p:scale>
          <a:sx n="125" d="100"/>
          <a:sy n="125" d="100"/>
        </p:scale>
        <p:origin x="154" y="-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36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, Quang Manh" userId="1c61224f-ec88-4d4b-ad8c-d1c568721deb" providerId="ADAL" clId="{1A4E9071-D4A9-4D30-A7D1-538CF7032776}"/>
    <pc:docChg chg="undo custSel addSld delSld modSld">
      <pc:chgData name="Hoang, Quang Manh" userId="1c61224f-ec88-4d4b-ad8c-d1c568721deb" providerId="ADAL" clId="{1A4E9071-D4A9-4D30-A7D1-538CF7032776}" dt="2025-12-19T21:58:42.331" v="3551" actId="14100"/>
      <pc:docMkLst>
        <pc:docMk/>
      </pc:docMkLst>
      <pc:sldChg chg="modSp mod modNotesTx">
        <pc:chgData name="Hoang, Quang Manh" userId="1c61224f-ec88-4d4b-ad8c-d1c568721deb" providerId="ADAL" clId="{1A4E9071-D4A9-4D30-A7D1-538CF7032776}" dt="2025-12-19T19:00:03.956" v="2490" actId="20577"/>
        <pc:sldMkLst>
          <pc:docMk/>
          <pc:sldMk cId="0" sldId="273"/>
        </pc:sldMkLst>
        <pc:spChg chg="mod">
          <ac:chgData name="Hoang, Quang Manh" userId="1c61224f-ec88-4d4b-ad8c-d1c568721deb" providerId="ADAL" clId="{1A4E9071-D4A9-4D30-A7D1-538CF7032776}" dt="2025-12-19T19:00:03.956" v="2490" actId="20577"/>
          <ac:spMkLst>
            <pc:docMk/>
            <pc:sldMk cId="0" sldId="273"/>
            <ac:spMk id="356" creationId="{00000000-0000-0000-0000-000000000000}"/>
          </ac:spMkLst>
        </pc:spChg>
      </pc:sldChg>
      <pc:sldChg chg="add del modNotesTx">
        <pc:chgData name="Hoang, Quang Manh" userId="1c61224f-ec88-4d4b-ad8c-d1c568721deb" providerId="ADAL" clId="{1A4E9071-D4A9-4D30-A7D1-538CF7032776}" dt="2025-12-19T18:58:05.190" v="2415" actId="47"/>
        <pc:sldMkLst>
          <pc:docMk/>
          <pc:sldMk cId="1232135557" sldId="283"/>
        </pc:sldMkLst>
      </pc:sldChg>
      <pc:sldChg chg="modSp add del mod modNotesTx">
        <pc:chgData name="Hoang, Quang Manh" userId="1c61224f-ec88-4d4b-ad8c-d1c568721deb" providerId="ADAL" clId="{1A4E9071-D4A9-4D30-A7D1-538CF7032776}" dt="2025-12-19T19:22:06.074" v="3137" actId="47"/>
        <pc:sldMkLst>
          <pc:docMk/>
          <pc:sldMk cId="3781519239" sldId="289"/>
        </pc:sldMkLst>
      </pc:sldChg>
      <pc:sldChg chg="modSp add del mod modNotesTx">
        <pc:chgData name="Hoang, Quang Manh" userId="1c61224f-ec88-4d4b-ad8c-d1c568721deb" providerId="ADAL" clId="{1A4E9071-D4A9-4D30-A7D1-538CF7032776}" dt="2025-12-19T18:59:49.950" v="2488" actId="47"/>
        <pc:sldMkLst>
          <pc:docMk/>
          <pc:sldMk cId="1012702933" sldId="296"/>
        </pc:sldMkLst>
        <pc:spChg chg="mod">
          <ac:chgData name="Hoang, Quang Manh" userId="1c61224f-ec88-4d4b-ad8c-d1c568721deb" providerId="ADAL" clId="{1A4E9071-D4A9-4D30-A7D1-538CF7032776}" dt="2025-12-19T18:58:45.773" v="2486" actId="20577"/>
          <ac:spMkLst>
            <pc:docMk/>
            <pc:sldMk cId="1012702933" sldId="296"/>
            <ac:spMk id="266" creationId="{00000000-0000-0000-0000-000000000000}"/>
          </ac:spMkLst>
        </pc:spChg>
      </pc:sldChg>
      <pc:sldChg chg="modSp mod modNotesTx">
        <pc:chgData name="Hoang, Quang Manh" userId="1c61224f-ec88-4d4b-ad8c-d1c568721deb" providerId="ADAL" clId="{1A4E9071-D4A9-4D30-A7D1-538CF7032776}" dt="2025-12-19T21:46:23.161" v="3532" actId="20577"/>
        <pc:sldMkLst>
          <pc:docMk/>
          <pc:sldMk cId="127349529" sldId="346"/>
        </pc:sldMkLst>
        <pc:spChg chg="mod">
          <ac:chgData name="Hoang, Quang Manh" userId="1c61224f-ec88-4d4b-ad8c-d1c568721deb" providerId="ADAL" clId="{1A4E9071-D4A9-4D30-A7D1-538CF7032776}" dt="2025-12-19T21:46:23.161" v="3532" actId="20577"/>
          <ac:spMkLst>
            <pc:docMk/>
            <pc:sldMk cId="127349529" sldId="346"/>
            <ac:spMk id="2" creationId="{1DEC1F43-FB36-5EEA-5266-15AB25AA79CD}"/>
          </ac:spMkLst>
        </pc:spChg>
        <pc:spChg chg="mod">
          <ac:chgData name="Hoang, Quang Manh" userId="1c61224f-ec88-4d4b-ad8c-d1c568721deb" providerId="ADAL" clId="{1A4E9071-D4A9-4D30-A7D1-538CF7032776}" dt="2025-12-19T18:57:34.510" v="2412" actId="122"/>
          <ac:spMkLst>
            <pc:docMk/>
            <pc:sldMk cId="127349529" sldId="346"/>
            <ac:spMk id="356" creationId="{80AFA946-45A5-6A6A-70BF-358C6ECF3D2F}"/>
          </ac:spMkLst>
        </pc:spChg>
      </pc:sldChg>
      <pc:sldChg chg="add del modNotesTx">
        <pc:chgData name="Hoang, Quang Manh" userId="1c61224f-ec88-4d4b-ad8c-d1c568721deb" providerId="ADAL" clId="{1A4E9071-D4A9-4D30-A7D1-538CF7032776}" dt="2025-12-19T18:58:05.190" v="2415" actId="47"/>
        <pc:sldMkLst>
          <pc:docMk/>
          <pc:sldMk cId="454768292" sldId="349"/>
        </pc:sldMkLst>
      </pc:sldChg>
      <pc:sldChg chg="add del modNotesTx">
        <pc:chgData name="Hoang, Quang Manh" userId="1c61224f-ec88-4d4b-ad8c-d1c568721deb" providerId="ADAL" clId="{1A4E9071-D4A9-4D30-A7D1-538CF7032776}" dt="2025-12-19T18:58:05.190" v="2415" actId="47"/>
        <pc:sldMkLst>
          <pc:docMk/>
          <pc:sldMk cId="2262257231" sldId="353"/>
        </pc:sldMkLst>
      </pc:sldChg>
      <pc:sldChg chg="add del modNotesTx">
        <pc:chgData name="Hoang, Quang Manh" userId="1c61224f-ec88-4d4b-ad8c-d1c568721deb" providerId="ADAL" clId="{1A4E9071-D4A9-4D30-A7D1-538CF7032776}" dt="2025-12-19T18:58:05.190" v="2415" actId="47"/>
        <pc:sldMkLst>
          <pc:docMk/>
          <pc:sldMk cId="3311907487" sldId="354"/>
        </pc:sldMkLst>
      </pc:sldChg>
      <pc:sldChg chg="addSp delSp modSp add del mod modNotesTx">
        <pc:chgData name="Hoang, Quang Manh" userId="1c61224f-ec88-4d4b-ad8c-d1c568721deb" providerId="ADAL" clId="{1A4E9071-D4A9-4D30-A7D1-538CF7032776}" dt="2025-12-19T19:22:06.074" v="3137" actId="47"/>
        <pc:sldMkLst>
          <pc:docMk/>
          <pc:sldMk cId="130802266" sldId="355"/>
        </pc:sldMkLst>
      </pc:sldChg>
      <pc:sldChg chg="add del modNotesTx">
        <pc:chgData name="Hoang, Quang Manh" userId="1c61224f-ec88-4d4b-ad8c-d1c568721deb" providerId="ADAL" clId="{1A4E9071-D4A9-4D30-A7D1-538CF7032776}" dt="2025-12-19T19:22:14.587" v="3138" actId="47"/>
        <pc:sldMkLst>
          <pc:docMk/>
          <pc:sldMk cId="2850869215" sldId="356"/>
        </pc:sldMkLst>
      </pc:sldChg>
      <pc:sldChg chg="modSp add del mod modNotesTx">
        <pc:chgData name="Hoang, Quang Manh" userId="1c61224f-ec88-4d4b-ad8c-d1c568721deb" providerId="ADAL" clId="{1A4E9071-D4A9-4D30-A7D1-538CF7032776}" dt="2025-12-19T19:22:06.074" v="3137" actId="47"/>
        <pc:sldMkLst>
          <pc:docMk/>
          <pc:sldMk cId="847185116" sldId="357"/>
        </pc:sldMkLst>
      </pc:sldChg>
      <pc:sldChg chg="addSp delSp modSp add del mod modNotesTx">
        <pc:chgData name="Hoang, Quang Manh" userId="1c61224f-ec88-4d4b-ad8c-d1c568721deb" providerId="ADAL" clId="{1A4E9071-D4A9-4D30-A7D1-538CF7032776}" dt="2025-12-19T21:58:42.331" v="3551" actId="14100"/>
        <pc:sldMkLst>
          <pc:docMk/>
          <pc:sldMk cId="1400300554" sldId="358"/>
        </pc:sldMkLst>
        <pc:spChg chg="del mod">
          <ac:chgData name="Hoang, Quang Manh" userId="1c61224f-ec88-4d4b-ad8c-d1c568721deb" providerId="ADAL" clId="{1A4E9071-D4A9-4D30-A7D1-538CF7032776}" dt="2025-12-19T19:21:02.819" v="3123" actId="478"/>
          <ac:spMkLst>
            <pc:docMk/>
            <pc:sldMk cId="1400300554" sldId="358"/>
            <ac:spMk id="5" creationId="{47C7635B-86CD-A3C0-DEE9-7DC8273DF0D6}"/>
          </ac:spMkLst>
        </pc:spChg>
        <pc:spChg chg="mod">
          <ac:chgData name="Hoang, Quang Manh" userId="1c61224f-ec88-4d4b-ad8c-d1c568721deb" providerId="ADAL" clId="{1A4E9071-D4A9-4D30-A7D1-538CF7032776}" dt="2025-12-19T19:21:00.520" v="3122" actId="20577"/>
          <ac:spMkLst>
            <pc:docMk/>
            <pc:sldMk cId="1400300554" sldId="358"/>
            <ac:spMk id="7" creationId="{07319E34-2AF8-0739-CF38-743159AC17B9}"/>
          </ac:spMkLst>
        </pc:spChg>
        <pc:spChg chg="del mod">
          <ac:chgData name="Hoang, Quang Manh" userId="1c61224f-ec88-4d4b-ad8c-d1c568721deb" providerId="ADAL" clId="{1A4E9071-D4A9-4D30-A7D1-538CF7032776}" dt="2025-12-19T19:21:03.501" v="3124" actId="478"/>
          <ac:spMkLst>
            <pc:docMk/>
            <pc:sldMk cId="1400300554" sldId="358"/>
            <ac:spMk id="8" creationId="{4C88A263-583C-F40B-6FCC-0FBF508291C8}"/>
          </ac:spMkLst>
        </pc:spChg>
        <pc:spChg chg="del mod">
          <ac:chgData name="Hoang, Quang Manh" userId="1c61224f-ec88-4d4b-ad8c-d1c568721deb" providerId="ADAL" clId="{1A4E9071-D4A9-4D30-A7D1-538CF7032776}" dt="2025-12-19T19:10:00.199" v="2755" actId="478"/>
          <ac:spMkLst>
            <pc:docMk/>
            <pc:sldMk cId="1400300554" sldId="358"/>
            <ac:spMk id="9" creationId="{B24D0B9F-AD95-2AEA-76B6-E014F770B3DC}"/>
          </ac:spMkLst>
        </pc:spChg>
        <pc:spChg chg="add del mod">
          <ac:chgData name="Hoang, Quang Manh" userId="1c61224f-ec88-4d4b-ad8c-d1c568721deb" providerId="ADAL" clId="{1A4E9071-D4A9-4D30-A7D1-538CF7032776}" dt="2025-12-19T19:10:02.385" v="2757" actId="478"/>
          <ac:spMkLst>
            <pc:docMk/>
            <pc:sldMk cId="1400300554" sldId="358"/>
            <ac:spMk id="11" creationId="{EF75F80F-B176-7DF5-E40E-9359AF9929E0}"/>
          </ac:spMkLst>
        </pc:spChg>
        <pc:spChg chg="del mod">
          <ac:chgData name="Hoang, Quang Manh" userId="1c61224f-ec88-4d4b-ad8c-d1c568721deb" providerId="ADAL" clId="{1A4E9071-D4A9-4D30-A7D1-538CF7032776}" dt="2025-12-19T19:09:59.808" v="2754" actId="478"/>
          <ac:spMkLst>
            <pc:docMk/>
            <pc:sldMk cId="1400300554" sldId="358"/>
            <ac:spMk id="14" creationId="{EF47A653-A227-E118-ADF2-5FEFD9108F5B}"/>
          </ac:spMkLst>
        </pc:spChg>
        <pc:picChg chg="add mod">
          <ac:chgData name="Hoang, Quang Manh" userId="1c61224f-ec88-4d4b-ad8c-d1c568721deb" providerId="ADAL" clId="{1A4E9071-D4A9-4D30-A7D1-538CF7032776}" dt="2025-12-19T21:58:42.331" v="3551" actId="14100"/>
          <ac:picMkLst>
            <pc:docMk/>
            <pc:sldMk cId="1400300554" sldId="358"/>
            <ac:picMk id="5" creationId="{9E74E51D-B95C-53C8-97DA-279F43A2A3D2}"/>
          </ac:picMkLst>
        </pc:picChg>
        <pc:picChg chg="add del mod">
          <ac:chgData name="Hoang, Quang Manh" userId="1c61224f-ec88-4d4b-ad8c-d1c568721deb" providerId="ADAL" clId="{1A4E9071-D4A9-4D30-A7D1-538CF7032776}" dt="2025-12-19T21:58:29.716" v="3544" actId="478"/>
          <ac:picMkLst>
            <pc:docMk/>
            <pc:sldMk cId="1400300554" sldId="358"/>
            <ac:picMk id="12" creationId="{F92FB7D4-1BC8-CA68-43DE-93990E11C6BA}"/>
          </ac:picMkLst>
        </pc:picChg>
        <pc:picChg chg="del mod">
          <ac:chgData name="Hoang, Quang Manh" userId="1c61224f-ec88-4d4b-ad8c-d1c568721deb" providerId="ADAL" clId="{1A4E9071-D4A9-4D30-A7D1-538CF7032776}" dt="2025-12-19T19:09:56.961" v="2752" actId="478"/>
          <ac:picMkLst>
            <pc:docMk/>
            <pc:sldMk cId="1400300554" sldId="358"/>
            <ac:picMk id="31" creationId="{DD355CC7-9558-0C11-8DB2-E7944601E1B8}"/>
          </ac:picMkLst>
        </pc:picChg>
        <pc:picChg chg="del mod">
          <ac:chgData name="Hoang, Quang Manh" userId="1c61224f-ec88-4d4b-ad8c-d1c568721deb" providerId="ADAL" clId="{1A4E9071-D4A9-4D30-A7D1-538CF7032776}" dt="2025-12-19T19:09:57.899" v="2753" actId="478"/>
          <ac:picMkLst>
            <pc:docMk/>
            <pc:sldMk cId="1400300554" sldId="358"/>
            <ac:picMk id="32" creationId="{DC8A67EE-77C0-43E0-C87E-1C9497647628}"/>
          </ac:picMkLst>
        </pc:picChg>
        <pc:cxnChg chg="del mod">
          <ac:chgData name="Hoang, Quang Manh" userId="1c61224f-ec88-4d4b-ad8c-d1c568721deb" providerId="ADAL" clId="{1A4E9071-D4A9-4D30-A7D1-538CF7032776}" dt="2025-12-19T19:10:01.154" v="2756" actId="478"/>
          <ac:cxnSpMkLst>
            <pc:docMk/>
            <pc:sldMk cId="1400300554" sldId="358"/>
            <ac:cxnSpMk id="10" creationId="{2D9B96DA-7B08-CCFD-0976-3162672B0548}"/>
          </ac:cxnSpMkLst>
        </pc:cxnChg>
      </pc:sldChg>
      <pc:sldChg chg="modSp add del mod modNotesTx">
        <pc:chgData name="Hoang, Quang Manh" userId="1c61224f-ec88-4d4b-ad8c-d1c568721deb" providerId="ADAL" clId="{1A4E9071-D4A9-4D30-A7D1-538CF7032776}" dt="2025-12-19T18:58:05.190" v="2415" actId="47"/>
        <pc:sldMkLst>
          <pc:docMk/>
          <pc:sldMk cId="3535734629" sldId="359"/>
        </pc:sldMkLst>
      </pc:sldChg>
      <pc:sldChg chg="addSp delSp modSp add del mod modAnim modNotesTx">
        <pc:chgData name="Hoang, Quang Manh" userId="1c61224f-ec88-4d4b-ad8c-d1c568721deb" providerId="ADAL" clId="{1A4E9071-D4A9-4D30-A7D1-538CF7032776}" dt="2025-12-19T21:51:28.361" v="3543" actId="20577"/>
        <pc:sldMkLst>
          <pc:docMk/>
          <pc:sldMk cId="1366061512" sldId="360"/>
        </pc:sldMkLst>
        <pc:spChg chg="mod">
          <ac:chgData name="Hoang, Quang Manh" userId="1c61224f-ec88-4d4b-ad8c-d1c568721deb" providerId="ADAL" clId="{1A4E9071-D4A9-4D30-A7D1-538CF7032776}" dt="2025-12-19T21:48:10.750" v="3533" actId="208"/>
          <ac:spMkLst>
            <pc:docMk/>
            <pc:sldMk cId="1366061512" sldId="360"/>
            <ac:spMk id="3" creationId="{4E1CBF13-E8B4-1BE6-9EED-974EF1245C19}"/>
          </ac:spMkLst>
        </pc:spChg>
        <pc:spChg chg="del">
          <ac:chgData name="Hoang, Quang Manh" userId="1c61224f-ec88-4d4b-ad8c-d1c568721deb" providerId="ADAL" clId="{1A4E9071-D4A9-4D30-A7D1-538CF7032776}" dt="2025-12-19T19:05:13.770" v="2682" actId="478"/>
          <ac:spMkLst>
            <pc:docMk/>
            <pc:sldMk cId="1366061512" sldId="360"/>
            <ac:spMk id="6" creationId="{99A7A2DB-1599-1411-7AE5-11155988D40D}"/>
          </ac:spMkLst>
        </pc:spChg>
        <pc:spChg chg="mod">
          <ac:chgData name="Hoang, Quang Manh" userId="1c61224f-ec88-4d4b-ad8c-d1c568721deb" providerId="ADAL" clId="{1A4E9071-D4A9-4D30-A7D1-538CF7032776}" dt="2025-12-19T19:08:29.174" v="2745" actId="693"/>
          <ac:spMkLst>
            <pc:docMk/>
            <pc:sldMk cId="1366061512" sldId="360"/>
            <ac:spMk id="8" creationId="{D801B27E-BDEB-DA7A-5523-4D739860785E}"/>
          </ac:spMkLst>
        </pc:spChg>
        <pc:spChg chg="mod">
          <ac:chgData name="Hoang, Quang Manh" userId="1c61224f-ec88-4d4b-ad8c-d1c568721deb" providerId="ADAL" clId="{1A4E9071-D4A9-4D30-A7D1-538CF7032776}" dt="2025-12-19T19:03:17.802" v="2632" actId="1076"/>
          <ac:spMkLst>
            <pc:docMk/>
            <pc:sldMk cId="1366061512" sldId="360"/>
            <ac:spMk id="9" creationId="{FA4F09F5-32C7-E675-F0E5-B5EC38B1B35B}"/>
          </ac:spMkLst>
        </pc:spChg>
        <pc:spChg chg="del mod">
          <ac:chgData name="Hoang, Quang Manh" userId="1c61224f-ec88-4d4b-ad8c-d1c568721deb" providerId="ADAL" clId="{1A4E9071-D4A9-4D30-A7D1-538CF7032776}" dt="2025-12-19T19:04:49.649" v="2677" actId="478"/>
          <ac:spMkLst>
            <pc:docMk/>
            <pc:sldMk cId="1366061512" sldId="360"/>
            <ac:spMk id="10" creationId="{A443787C-0F1F-DDEE-F069-1B83A052D428}"/>
          </ac:spMkLst>
        </pc:spChg>
        <pc:spChg chg="add mod">
          <ac:chgData name="Hoang, Quang Manh" userId="1c61224f-ec88-4d4b-ad8c-d1c568721deb" providerId="ADAL" clId="{1A4E9071-D4A9-4D30-A7D1-538CF7032776}" dt="2025-12-19T21:48:10.750" v="3533" actId="208"/>
          <ac:spMkLst>
            <pc:docMk/>
            <pc:sldMk cId="1366061512" sldId="360"/>
            <ac:spMk id="11" creationId="{01879016-71E3-9D15-507B-02D474979C68}"/>
          </ac:spMkLst>
        </pc:spChg>
        <pc:spChg chg="add mod">
          <ac:chgData name="Hoang, Quang Manh" userId="1c61224f-ec88-4d4b-ad8c-d1c568721deb" providerId="ADAL" clId="{1A4E9071-D4A9-4D30-A7D1-538CF7032776}" dt="2025-12-19T19:03:20.570" v="2633" actId="1076"/>
          <ac:spMkLst>
            <pc:docMk/>
            <pc:sldMk cId="1366061512" sldId="360"/>
            <ac:spMk id="12" creationId="{74A16329-C6EF-50D1-F548-5807764E4894}"/>
          </ac:spMkLst>
        </pc:spChg>
        <pc:spChg chg="add mod">
          <ac:chgData name="Hoang, Quang Manh" userId="1c61224f-ec88-4d4b-ad8c-d1c568721deb" providerId="ADAL" clId="{1A4E9071-D4A9-4D30-A7D1-538CF7032776}" dt="2025-12-19T19:05:51.144" v="2739" actId="1037"/>
          <ac:spMkLst>
            <pc:docMk/>
            <pc:sldMk cId="1366061512" sldId="360"/>
            <ac:spMk id="13" creationId="{2A98F9E9-4717-DA21-E4FB-5A9ACDB50AAD}"/>
          </ac:spMkLst>
        </pc:spChg>
        <pc:spChg chg="add mod">
          <ac:chgData name="Hoang, Quang Manh" userId="1c61224f-ec88-4d4b-ad8c-d1c568721deb" providerId="ADAL" clId="{1A4E9071-D4A9-4D30-A7D1-538CF7032776}" dt="2025-12-19T19:03:29.757" v="2635" actId="571"/>
          <ac:spMkLst>
            <pc:docMk/>
            <pc:sldMk cId="1366061512" sldId="360"/>
            <ac:spMk id="14" creationId="{62D0AFCB-21AD-1C04-C932-DC3C08048609}"/>
          </ac:spMkLst>
        </pc:spChg>
        <pc:spChg chg="add mod">
          <ac:chgData name="Hoang, Quang Manh" userId="1c61224f-ec88-4d4b-ad8c-d1c568721deb" providerId="ADAL" clId="{1A4E9071-D4A9-4D30-A7D1-538CF7032776}" dt="2025-12-19T19:04:27.452" v="2676"/>
          <ac:spMkLst>
            <pc:docMk/>
            <pc:sldMk cId="1366061512" sldId="360"/>
            <ac:spMk id="15" creationId="{47870D34-CF06-AFA3-F35F-9A9C44A89DDA}"/>
          </ac:spMkLst>
        </pc:spChg>
        <pc:spChg chg="add mod">
          <ac:chgData name="Hoang, Quang Manh" userId="1c61224f-ec88-4d4b-ad8c-d1c568721deb" providerId="ADAL" clId="{1A4E9071-D4A9-4D30-A7D1-538CF7032776}" dt="2025-12-19T19:04:57.106" v="2680" actId="1076"/>
          <ac:spMkLst>
            <pc:docMk/>
            <pc:sldMk cId="1366061512" sldId="360"/>
            <ac:spMk id="16" creationId="{265A596A-D57F-FCFC-ACED-B645F30623CA}"/>
          </ac:spMkLst>
        </pc:spChg>
        <pc:spChg chg="add mod">
          <ac:chgData name="Hoang, Quang Manh" userId="1c61224f-ec88-4d4b-ad8c-d1c568721deb" providerId="ADAL" clId="{1A4E9071-D4A9-4D30-A7D1-538CF7032776}" dt="2025-12-19T21:51:28.361" v="3543" actId="20577"/>
          <ac:spMkLst>
            <pc:docMk/>
            <pc:sldMk cId="1366061512" sldId="360"/>
            <ac:spMk id="20" creationId="{6C1F5577-6D18-34AA-39A5-0F00807652B3}"/>
          </ac:spMkLst>
        </pc:spChg>
        <pc:spChg chg="del">
          <ac:chgData name="Hoang, Quang Manh" userId="1c61224f-ec88-4d4b-ad8c-d1c568721deb" providerId="ADAL" clId="{1A4E9071-D4A9-4D30-A7D1-538CF7032776}" dt="2025-12-19T19:00:14.383" v="2494" actId="478"/>
          <ac:spMkLst>
            <pc:docMk/>
            <pc:sldMk cId="1366061512" sldId="360"/>
            <ac:spMk id="37" creationId="{C729AF27-0E3C-41E3-57EF-F44E6436574A}"/>
          </ac:spMkLst>
        </pc:spChg>
        <pc:picChg chg="del">
          <ac:chgData name="Hoang, Quang Manh" userId="1c61224f-ec88-4d4b-ad8c-d1c568721deb" providerId="ADAL" clId="{1A4E9071-D4A9-4D30-A7D1-538CF7032776}" dt="2025-12-19T19:00:12.421" v="2491" actId="478"/>
          <ac:picMkLst>
            <pc:docMk/>
            <pc:sldMk cId="1366061512" sldId="360"/>
            <ac:picMk id="5" creationId="{6DD7A45B-67DA-B692-CF84-93917ACF9238}"/>
          </ac:picMkLst>
        </pc:picChg>
        <pc:picChg chg="del">
          <ac:chgData name="Hoang, Quang Manh" userId="1c61224f-ec88-4d4b-ad8c-d1c568721deb" providerId="ADAL" clId="{1A4E9071-D4A9-4D30-A7D1-538CF7032776}" dt="2025-12-19T19:00:12.809" v="2492" actId="478"/>
          <ac:picMkLst>
            <pc:docMk/>
            <pc:sldMk cId="1366061512" sldId="360"/>
            <ac:picMk id="18" creationId="{A4CF9AFD-42D5-E25D-A518-4DA2F74A263E}"/>
          </ac:picMkLst>
        </pc:picChg>
        <pc:cxnChg chg="add mod">
          <ac:chgData name="Hoang, Quang Manh" userId="1c61224f-ec88-4d4b-ad8c-d1c568721deb" providerId="ADAL" clId="{1A4E9071-D4A9-4D30-A7D1-538CF7032776}" dt="2025-12-19T19:09:15.100" v="2751" actId="1076"/>
          <ac:cxnSpMkLst>
            <pc:docMk/>
            <pc:sldMk cId="1366061512" sldId="360"/>
            <ac:cxnSpMk id="19" creationId="{914BE169-3912-1EA4-55E8-F443E34EEDE2}"/>
          </ac:cxnSpMkLst>
        </pc:cxnChg>
        <pc:cxnChg chg="del mod">
          <ac:chgData name="Hoang, Quang Manh" userId="1c61224f-ec88-4d4b-ad8c-d1c568721deb" providerId="ADAL" clId="{1A4E9071-D4A9-4D30-A7D1-538CF7032776}" dt="2025-12-19T19:00:13.648" v="2493" actId="478"/>
          <ac:cxnSpMkLst>
            <pc:docMk/>
            <pc:sldMk cId="1366061512" sldId="360"/>
            <ac:cxnSpMk id="46" creationId="{65637A01-E3DC-5ED4-0AFC-968B5E1E9A52}"/>
          </ac:cxnSpMkLst>
        </pc:cxnChg>
      </pc:sldChg>
      <pc:sldChg chg="addSp delSp modSp add del mod modNotesTx">
        <pc:chgData name="Hoang, Quang Manh" userId="1c61224f-ec88-4d4b-ad8c-d1c568721deb" providerId="ADAL" clId="{1A4E9071-D4A9-4D30-A7D1-538CF7032776}" dt="2025-12-19T21:33:39.924" v="3531" actId="478"/>
        <pc:sldMkLst>
          <pc:docMk/>
          <pc:sldMk cId="3793534175" sldId="361"/>
        </pc:sldMkLst>
        <pc:spChg chg="del">
          <ac:chgData name="Hoang, Quang Manh" userId="1c61224f-ec88-4d4b-ad8c-d1c568721deb" providerId="ADAL" clId="{1A4E9071-D4A9-4D30-A7D1-538CF7032776}" dt="2025-12-19T19:10:17.173" v="2768" actId="478"/>
          <ac:spMkLst>
            <pc:docMk/>
            <pc:sldMk cId="3793534175" sldId="361"/>
            <ac:spMk id="3" creationId="{7CAD8E6A-4A87-0547-F86C-95B2F5A44623}"/>
          </ac:spMkLst>
        </pc:spChg>
        <pc:spChg chg="add del mod">
          <ac:chgData name="Hoang, Quang Manh" userId="1c61224f-ec88-4d4b-ad8c-d1c568721deb" providerId="ADAL" clId="{1A4E9071-D4A9-4D30-A7D1-538CF7032776}" dt="2025-12-19T21:31:56.741" v="3503" actId="478"/>
          <ac:spMkLst>
            <pc:docMk/>
            <pc:sldMk cId="3793534175" sldId="361"/>
            <ac:spMk id="3" creationId="{A30D38B7-9FAA-8056-86E8-4C8211A37B39}"/>
          </ac:spMkLst>
        </pc:spChg>
        <pc:spChg chg="del">
          <ac:chgData name="Hoang, Quang Manh" userId="1c61224f-ec88-4d4b-ad8c-d1c568721deb" providerId="ADAL" clId="{1A4E9071-D4A9-4D30-A7D1-538CF7032776}" dt="2025-12-19T19:10:06.527" v="2758" actId="478"/>
          <ac:spMkLst>
            <pc:docMk/>
            <pc:sldMk cId="3793534175" sldId="361"/>
            <ac:spMk id="5" creationId="{E4293164-0FF2-ED8D-7966-0E04A3543524}"/>
          </ac:spMkLst>
        </pc:spChg>
        <pc:spChg chg="add mod">
          <ac:chgData name="Hoang, Quang Manh" userId="1c61224f-ec88-4d4b-ad8c-d1c568721deb" providerId="ADAL" clId="{1A4E9071-D4A9-4D30-A7D1-538CF7032776}" dt="2025-12-19T19:24:21.559" v="3329" actId="20577"/>
          <ac:spMkLst>
            <pc:docMk/>
            <pc:sldMk cId="3793534175" sldId="361"/>
            <ac:spMk id="6" creationId="{2B542D66-882C-165F-3FCD-AEF9D061B4C5}"/>
          </ac:spMkLst>
        </pc:spChg>
        <pc:spChg chg="mod">
          <ac:chgData name="Hoang, Quang Manh" userId="1c61224f-ec88-4d4b-ad8c-d1c568721deb" providerId="ADAL" clId="{1A4E9071-D4A9-4D30-A7D1-538CF7032776}" dt="2025-12-19T19:22:22.620" v="3164" actId="20577"/>
          <ac:spMkLst>
            <pc:docMk/>
            <pc:sldMk cId="3793534175" sldId="361"/>
            <ac:spMk id="7" creationId="{C0480098-DF13-BF7A-C3F9-AF4F73242466}"/>
          </ac:spMkLst>
        </pc:spChg>
        <pc:spChg chg="del">
          <ac:chgData name="Hoang, Quang Manh" userId="1c61224f-ec88-4d4b-ad8c-d1c568721deb" providerId="ADAL" clId="{1A4E9071-D4A9-4D30-A7D1-538CF7032776}" dt="2025-12-19T19:10:13.533" v="2765" actId="478"/>
          <ac:spMkLst>
            <pc:docMk/>
            <pc:sldMk cId="3793534175" sldId="361"/>
            <ac:spMk id="8" creationId="{1783AF6F-D56C-2BFE-6080-4759447C5CD0}"/>
          </ac:spMkLst>
        </pc:spChg>
        <pc:spChg chg="add del mod">
          <ac:chgData name="Hoang, Quang Manh" userId="1c61224f-ec88-4d4b-ad8c-d1c568721deb" providerId="ADAL" clId="{1A4E9071-D4A9-4D30-A7D1-538CF7032776}" dt="2025-12-19T21:24:38.926" v="3398" actId="478"/>
          <ac:spMkLst>
            <pc:docMk/>
            <pc:sldMk cId="3793534175" sldId="361"/>
            <ac:spMk id="8" creationId="{74A5848B-783B-5D83-74FB-AFC0A74CE3B9}"/>
          </ac:spMkLst>
        </pc:spChg>
        <pc:spChg chg="add del mod">
          <ac:chgData name="Hoang, Quang Manh" userId="1c61224f-ec88-4d4b-ad8c-d1c568721deb" providerId="ADAL" clId="{1A4E9071-D4A9-4D30-A7D1-538CF7032776}" dt="2025-12-19T21:31:56.741" v="3503" actId="478"/>
          <ac:spMkLst>
            <pc:docMk/>
            <pc:sldMk cId="3793534175" sldId="361"/>
            <ac:spMk id="9" creationId="{1FC4D868-F66C-0D4F-4305-AE76BCB3EFA6}"/>
          </ac:spMkLst>
        </pc:spChg>
        <pc:spChg chg="add del mod">
          <ac:chgData name="Hoang, Quang Manh" userId="1c61224f-ec88-4d4b-ad8c-d1c568721deb" providerId="ADAL" clId="{1A4E9071-D4A9-4D30-A7D1-538CF7032776}" dt="2025-12-19T21:31:56.741" v="3503" actId="478"/>
          <ac:spMkLst>
            <pc:docMk/>
            <pc:sldMk cId="3793534175" sldId="361"/>
            <ac:spMk id="10" creationId="{55A6937A-5A23-5A57-8508-D3D6A0D77C86}"/>
          </ac:spMkLst>
        </pc:spChg>
        <pc:spChg chg="del">
          <ac:chgData name="Hoang, Quang Manh" userId="1c61224f-ec88-4d4b-ad8c-d1c568721deb" providerId="ADAL" clId="{1A4E9071-D4A9-4D30-A7D1-538CF7032776}" dt="2025-12-19T19:10:07.524" v="2759" actId="478"/>
          <ac:spMkLst>
            <pc:docMk/>
            <pc:sldMk cId="3793534175" sldId="361"/>
            <ac:spMk id="10" creationId="{75CF1426-4F2F-9B15-AB2E-4869684E7CAC}"/>
          </ac:spMkLst>
        </pc:spChg>
        <pc:spChg chg="add del mod">
          <ac:chgData name="Hoang, Quang Manh" userId="1c61224f-ec88-4d4b-ad8c-d1c568721deb" providerId="ADAL" clId="{1A4E9071-D4A9-4D30-A7D1-538CF7032776}" dt="2025-12-19T21:26:25.331" v="3459" actId="478"/>
          <ac:spMkLst>
            <pc:docMk/>
            <pc:sldMk cId="3793534175" sldId="361"/>
            <ac:spMk id="11" creationId="{02355502-E5D0-C971-D909-A2DE1BBB1A8B}"/>
          </ac:spMkLst>
        </pc:spChg>
        <pc:spChg chg="del">
          <ac:chgData name="Hoang, Quang Manh" userId="1c61224f-ec88-4d4b-ad8c-d1c568721deb" providerId="ADAL" clId="{1A4E9071-D4A9-4D30-A7D1-538CF7032776}" dt="2025-12-19T19:10:09.958" v="2761" actId="478"/>
          <ac:spMkLst>
            <pc:docMk/>
            <pc:sldMk cId="3793534175" sldId="361"/>
            <ac:spMk id="11" creationId="{11E71E60-241C-D6A6-30DB-AF990EC4A865}"/>
          </ac:spMkLst>
        </pc:spChg>
        <pc:spChg chg="del mod">
          <ac:chgData name="Hoang, Quang Manh" userId="1c61224f-ec88-4d4b-ad8c-d1c568721deb" providerId="ADAL" clId="{1A4E9071-D4A9-4D30-A7D1-538CF7032776}" dt="2025-12-19T19:10:12.553" v="2764" actId="478"/>
          <ac:spMkLst>
            <pc:docMk/>
            <pc:sldMk cId="3793534175" sldId="361"/>
            <ac:spMk id="12" creationId="{5CF75D14-B6A5-AFFB-771D-B46721535381}"/>
          </ac:spMkLst>
        </pc:spChg>
        <pc:spChg chg="add del mod">
          <ac:chgData name="Hoang, Quang Manh" userId="1c61224f-ec88-4d4b-ad8c-d1c568721deb" providerId="ADAL" clId="{1A4E9071-D4A9-4D30-A7D1-538CF7032776}" dt="2025-12-19T21:31:56.741" v="3503" actId="478"/>
          <ac:spMkLst>
            <pc:docMk/>
            <pc:sldMk cId="3793534175" sldId="361"/>
            <ac:spMk id="12" creationId="{F147E506-97BC-2626-0E2E-46C1DE536D52}"/>
          </ac:spMkLst>
        </pc:spChg>
        <pc:spChg chg="add del mod">
          <ac:chgData name="Hoang, Quang Manh" userId="1c61224f-ec88-4d4b-ad8c-d1c568721deb" providerId="ADAL" clId="{1A4E9071-D4A9-4D30-A7D1-538CF7032776}" dt="2025-12-19T21:33:39.924" v="3531" actId="478"/>
          <ac:spMkLst>
            <pc:docMk/>
            <pc:sldMk cId="3793534175" sldId="361"/>
            <ac:spMk id="13" creationId="{8EBC5AEB-9C0F-D669-6E61-C4E074E0CC53}"/>
          </ac:spMkLst>
        </pc:spChg>
        <pc:spChg chg="del">
          <ac:chgData name="Hoang, Quang Manh" userId="1c61224f-ec88-4d4b-ad8c-d1c568721deb" providerId="ADAL" clId="{1A4E9071-D4A9-4D30-A7D1-538CF7032776}" dt="2025-12-19T19:10:08.829" v="2760" actId="478"/>
          <ac:spMkLst>
            <pc:docMk/>
            <pc:sldMk cId="3793534175" sldId="361"/>
            <ac:spMk id="13" creationId="{9B3682D3-8395-C1BD-F49A-E4F158E3C21D}"/>
          </ac:spMkLst>
        </pc:spChg>
        <pc:spChg chg="del">
          <ac:chgData name="Hoang, Quang Manh" userId="1c61224f-ec88-4d4b-ad8c-d1c568721deb" providerId="ADAL" clId="{1A4E9071-D4A9-4D30-A7D1-538CF7032776}" dt="2025-12-19T19:10:14.406" v="2766" actId="478"/>
          <ac:spMkLst>
            <pc:docMk/>
            <pc:sldMk cId="3793534175" sldId="361"/>
            <ac:spMk id="15" creationId="{229DD3DC-AC47-CB57-F5EA-179C0AA4E94B}"/>
          </ac:spMkLst>
        </pc:spChg>
        <pc:spChg chg="del">
          <ac:chgData name="Hoang, Quang Manh" userId="1c61224f-ec88-4d4b-ad8c-d1c568721deb" providerId="ADAL" clId="{1A4E9071-D4A9-4D30-A7D1-538CF7032776}" dt="2025-12-19T19:10:14.965" v="2767" actId="478"/>
          <ac:spMkLst>
            <pc:docMk/>
            <pc:sldMk cId="3793534175" sldId="361"/>
            <ac:spMk id="17" creationId="{A0877433-1F2B-EDBB-7586-FEC4128E2E8E}"/>
          </ac:spMkLst>
        </pc:spChg>
        <pc:spChg chg="del">
          <ac:chgData name="Hoang, Quang Manh" userId="1c61224f-ec88-4d4b-ad8c-d1c568721deb" providerId="ADAL" clId="{1A4E9071-D4A9-4D30-A7D1-538CF7032776}" dt="2025-12-19T19:10:10.601" v="2762" actId="478"/>
          <ac:spMkLst>
            <pc:docMk/>
            <pc:sldMk cId="3793534175" sldId="361"/>
            <ac:spMk id="18" creationId="{C2D539C9-BEF1-9F83-39A4-6FACAC05C44E}"/>
          </ac:spMkLst>
        </pc:spChg>
        <pc:spChg chg="del">
          <ac:chgData name="Hoang, Quang Manh" userId="1c61224f-ec88-4d4b-ad8c-d1c568721deb" providerId="ADAL" clId="{1A4E9071-D4A9-4D30-A7D1-538CF7032776}" dt="2025-12-19T19:10:11.430" v="2763" actId="478"/>
          <ac:spMkLst>
            <pc:docMk/>
            <pc:sldMk cId="3793534175" sldId="361"/>
            <ac:spMk id="19" creationId="{33637337-F1DC-261E-CB20-DD972691E8C8}"/>
          </ac:spMkLst>
        </pc:spChg>
      </pc:sldChg>
      <pc:sldChg chg="addSp delSp modSp add mod">
        <pc:chgData name="Hoang, Quang Manh" userId="1c61224f-ec88-4d4b-ad8c-d1c568721deb" providerId="ADAL" clId="{1A4E9071-D4A9-4D30-A7D1-538CF7032776}" dt="2025-12-19T19:24:47.721" v="3336" actId="120"/>
        <pc:sldMkLst>
          <pc:docMk/>
          <pc:sldMk cId="639034268" sldId="362"/>
        </pc:sldMkLst>
        <pc:spChg chg="del">
          <ac:chgData name="Hoang, Quang Manh" userId="1c61224f-ec88-4d4b-ad8c-d1c568721deb" providerId="ADAL" clId="{1A4E9071-D4A9-4D30-A7D1-538CF7032776}" dt="2025-12-19T19:11:32.975" v="2828" actId="478"/>
          <ac:spMkLst>
            <pc:docMk/>
            <pc:sldMk cId="639034268" sldId="362"/>
            <ac:spMk id="3" creationId="{8381D5B4-DF10-6F55-3969-FB9BE94C6F5B}"/>
          </ac:spMkLst>
        </pc:spChg>
        <pc:spChg chg="add mod">
          <ac:chgData name="Hoang, Quang Manh" userId="1c61224f-ec88-4d4b-ad8c-d1c568721deb" providerId="ADAL" clId="{1A4E9071-D4A9-4D30-A7D1-538CF7032776}" dt="2025-12-19T19:24:47.721" v="3336" actId="120"/>
          <ac:spMkLst>
            <pc:docMk/>
            <pc:sldMk cId="639034268" sldId="362"/>
            <ac:spMk id="5" creationId="{CE8C4D39-2812-0D40-F95C-B3C6295144D8}"/>
          </ac:spMkLst>
        </pc:spChg>
        <pc:spChg chg="del">
          <ac:chgData name="Hoang, Quang Manh" userId="1c61224f-ec88-4d4b-ad8c-d1c568721deb" providerId="ADAL" clId="{1A4E9071-D4A9-4D30-A7D1-538CF7032776}" dt="2025-12-19T19:11:27.789" v="2821" actId="478"/>
          <ac:spMkLst>
            <pc:docMk/>
            <pc:sldMk cId="639034268" sldId="362"/>
            <ac:spMk id="8" creationId="{D4F56CD4-8CA8-583A-E01E-B453BDF64546}"/>
          </ac:spMkLst>
        </pc:spChg>
        <pc:spChg chg="del">
          <ac:chgData name="Hoang, Quang Manh" userId="1c61224f-ec88-4d4b-ad8c-d1c568721deb" providerId="ADAL" clId="{1A4E9071-D4A9-4D30-A7D1-538CF7032776}" dt="2025-12-19T19:11:33.447" v="2829" actId="478"/>
          <ac:spMkLst>
            <pc:docMk/>
            <pc:sldMk cId="639034268" sldId="362"/>
            <ac:spMk id="9" creationId="{7648EFA6-94EF-3433-3467-87EAED514A48}"/>
          </ac:spMkLst>
        </pc:spChg>
        <pc:spChg chg="del">
          <ac:chgData name="Hoang, Quang Manh" userId="1c61224f-ec88-4d4b-ad8c-d1c568721deb" providerId="ADAL" clId="{1A4E9071-D4A9-4D30-A7D1-538CF7032776}" dt="2025-12-19T19:11:32.145" v="2827" actId="478"/>
          <ac:spMkLst>
            <pc:docMk/>
            <pc:sldMk cId="639034268" sldId="362"/>
            <ac:spMk id="11" creationId="{296AE373-DCEC-DB94-31D2-C224B96FEB4A}"/>
          </ac:spMkLst>
        </pc:spChg>
        <pc:spChg chg="del mod">
          <ac:chgData name="Hoang, Quang Manh" userId="1c61224f-ec88-4d4b-ad8c-d1c568721deb" providerId="ADAL" clId="{1A4E9071-D4A9-4D30-A7D1-538CF7032776}" dt="2025-12-19T19:11:34.259" v="2831" actId="478"/>
          <ac:spMkLst>
            <pc:docMk/>
            <pc:sldMk cId="639034268" sldId="362"/>
            <ac:spMk id="12" creationId="{64695F01-7B0D-CC53-41F2-897D48DCE977}"/>
          </ac:spMkLst>
        </pc:spChg>
        <pc:spChg chg="del">
          <ac:chgData name="Hoang, Quang Manh" userId="1c61224f-ec88-4d4b-ad8c-d1c568721deb" providerId="ADAL" clId="{1A4E9071-D4A9-4D30-A7D1-538CF7032776}" dt="2025-12-19T19:11:29.324" v="2823" actId="478"/>
          <ac:spMkLst>
            <pc:docMk/>
            <pc:sldMk cId="639034268" sldId="362"/>
            <ac:spMk id="13" creationId="{EB5ADBA9-70A4-04EB-DFE4-53A2A0BDE620}"/>
          </ac:spMkLst>
        </pc:spChg>
        <pc:spChg chg="del">
          <ac:chgData name="Hoang, Quang Manh" userId="1c61224f-ec88-4d4b-ad8c-d1c568721deb" providerId="ADAL" clId="{1A4E9071-D4A9-4D30-A7D1-538CF7032776}" dt="2025-12-19T19:11:30.183" v="2825" actId="478"/>
          <ac:spMkLst>
            <pc:docMk/>
            <pc:sldMk cId="639034268" sldId="362"/>
            <ac:spMk id="14" creationId="{89B82C09-97B2-1FC2-D25E-A200149E53CB}"/>
          </ac:spMkLst>
        </pc:spChg>
        <pc:spChg chg="del">
          <ac:chgData name="Hoang, Quang Manh" userId="1c61224f-ec88-4d4b-ad8c-d1c568721deb" providerId="ADAL" clId="{1A4E9071-D4A9-4D30-A7D1-538CF7032776}" dt="2025-12-19T19:11:31.224" v="2826" actId="478"/>
          <ac:spMkLst>
            <pc:docMk/>
            <pc:sldMk cId="639034268" sldId="362"/>
            <ac:spMk id="15" creationId="{FBE10FEF-2D68-852F-1E3F-F57D77075C25}"/>
          </ac:spMkLst>
        </pc:spChg>
        <pc:spChg chg="del">
          <ac:chgData name="Hoang, Quang Manh" userId="1c61224f-ec88-4d4b-ad8c-d1c568721deb" providerId="ADAL" clId="{1A4E9071-D4A9-4D30-A7D1-538CF7032776}" dt="2025-12-19T19:11:29.804" v="2824" actId="478"/>
          <ac:spMkLst>
            <pc:docMk/>
            <pc:sldMk cId="639034268" sldId="362"/>
            <ac:spMk id="16" creationId="{4665F78F-B0AA-558B-4C17-DC0A305B4C0C}"/>
          </ac:spMkLst>
        </pc:spChg>
        <pc:spChg chg="add mod">
          <ac:chgData name="Hoang, Quang Manh" userId="1c61224f-ec88-4d4b-ad8c-d1c568721deb" providerId="ADAL" clId="{1A4E9071-D4A9-4D30-A7D1-538CF7032776}" dt="2025-12-19T19:24:47.721" v="3336" actId="120"/>
          <ac:spMkLst>
            <pc:docMk/>
            <pc:sldMk cId="639034268" sldId="362"/>
            <ac:spMk id="17" creationId="{95564FD8-5685-A608-8CF8-A30FB1C2185A}"/>
          </ac:spMkLst>
        </pc:spChg>
        <pc:spChg chg="add del mod">
          <ac:chgData name="Hoang, Quang Manh" userId="1c61224f-ec88-4d4b-ad8c-d1c568721deb" providerId="ADAL" clId="{1A4E9071-D4A9-4D30-A7D1-538CF7032776}" dt="2025-12-19T19:12:40.721" v="2885" actId="478"/>
          <ac:spMkLst>
            <pc:docMk/>
            <pc:sldMk cId="639034268" sldId="362"/>
            <ac:spMk id="18" creationId="{C21B4B14-F257-1F61-CE7B-3A9902A2E93A}"/>
          </ac:spMkLst>
        </pc:spChg>
        <pc:spChg chg="del">
          <ac:chgData name="Hoang, Quang Manh" userId="1c61224f-ec88-4d4b-ad8c-d1c568721deb" providerId="ADAL" clId="{1A4E9071-D4A9-4D30-A7D1-538CF7032776}" dt="2025-12-19T19:11:26.803" v="2820" actId="478"/>
          <ac:spMkLst>
            <pc:docMk/>
            <pc:sldMk cId="639034268" sldId="362"/>
            <ac:spMk id="20" creationId="{DB43D424-EE11-1B9C-F610-9C1DAC837D31}"/>
          </ac:spMkLst>
        </pc:spChg>
        <pc:spChg chg="add del mod">
          <ac:chgData name="Hoang, Quang Manh" userId="1c61224f-ec88-4d4b-ad8c-d1c568721deb" providerId="ADAL" clId="{1A4E9071-D4A9-4D30-A7D1-538CF7032776}" dt="2025-12-19T19:12:56.172" v="2903"/>
          <ac:spMkLst>
            <pc:docMk/>
            <pc:sldMk cId="639034268" sldId="362"/>
            <ac:spMk id="21" creationId="{B1D28429-9E99-A625-7E4B-7D6757DB2129}"/>
          </ac:spMkLst>
        </pc:spChg>
        <pc:spChg chg="add mod">
          <ac:chgData name="Hoang, Quang Manh" userId="1c61224f-ec88-4d4b-ad8c-d1c568721deb" providerId="ADAL" clId="{1A4E9071-D4A9-4D30-A7D1-538CF7032776}" dt="2025-12-19T19:13:13.580" v="2907" actId="1076"/>
          <ac:spMkLst>
            <pc:docMk/>
            <pc:sldMk cId="639034268" sldId="362"/>
            <ac:spMk id="22" creationId="{69B21BA9-2570-C901-1E59-77ED51E11575}"/>
          </ac:spMkLst>
        </pc:spChg>
        <pc:spChg chg="add mod">
          <ac:chgData name="Hoang, Quang Manh" userId="1c61224f-ec88-4d4b-ad8c-d1c568721deb" providerId="ADAL" clId="{1A4E9071-D4A9-4D30-A7D1-538CF7032776}" dt="2025-12-19T19:13:28.386" v="2940" actId="14100"/>
          <ac:spMkLst>
            <pc:docMk/>
            <pc:sldMk cId="639034268" sldId="362"/>
            <ac:spMk id="23" creationId="{B0609ABA-5A5D-DCFD-F691-2A4CD8490837}"/>
          </ac:spMkLst>
        </pc:spChg>
        <pc:spChg chg="add mod">
          <ac:chgData name="Hoang, Quang Manh" userId="1c61224f-ec88-4d4b-ad8c-d1c568721deb" providerId="ADAL" clId="{1A4E9071-D4A9-4D30-A7D1-538CF7032776}" dt="2025-12-19T19:15:28.289" v="2994" actId="207"/>
          <ac:spMkLst>
            <pc:docMk/>
            <pc:sldMk cId="639034268" sldId="362"/>
            <ac:spMk id="26" creationId="{28DE31D2-FB97-A002-5EF4-F248D42CCCAC}"/>
          </ac:spMkLst>
        </pc:spChg>
        <pc:spChg chg="add mod">
          <ac:chgData name="Hoang, Quang Manh" userId="1c61224f-ec88-4d4b-ad8c-d1c568721deb" providerId="ADAL" clId="{1A4E9071-D4A9-4D30-A7D1-538CF7032776}" dt="2025-12-19T19:15:13.587" v="2991" actId="14100"/>
          <ac:spMkLst>
            <pc:docMk/>
            <pc:sldMk cId="639034268" sldId="362"/>
            <ac:spMk id="27" creationId="{DB526B8D-7659-63B2-0F70-F253D1ED453C}"/>
          </ac:spMkLst>
        </pc:spChg>
        <pc:spChg chg="add mod">
          <ac:chgData name="Hoang, Quang Manh" userId="1c61224f-ec88-4d4b-ad8c-d1c568721deb" providerId="ADAL" clId="{1A4E9071-D4A9-4D30-A7D1-538CF7032776}" dt="2025-12-19T19:18:19.395" v="3051" actId="1076"/>
          <ac:spMkLst>
            <pc:docMk/>
            <pc:sldMk cId="639034268" sldId="362"/>
            <ac:spMk id="28" creationId="{A6A5C095-5AE8-C313-77AD-762276FE06AB}"/>
          </ac:spMkLst>
        </pc:spChg>
        <pc:spChg chg="add mod">
          <ac:chgData name="Hoang, Quang Manh" userId="1c61224f-ec88-4d4b-ad8c-d1c568721deb" providerId="ADAL" clId="{1A4E9071-D4A9-4D30-A7D1-538CF7032776}" dt="2025-12-19T19:19:23.622" v="3073" actId="1036"/>
          <ac:spMkLst>
            <pc:docMk/>
            <pc:sldMk cId="639034268" sldId="362"/>
            <ac:spMk id="29" creationId="{2D2A6657-37F8-2D01-89F1-009DF8587678}"/>
          </ac:spMkLst>
        </pc:spChg>
        <pc:picChg chg="add mod">
          <ac:chgData name="Hoang, Quang Manh" userId="1c61224f-ec88-4d4b-ad8c-d1c568721deb" providerId="ADAL" clId="{1A4E9071-D4A9-4D30-A7D1-538CF7032776}" dt="2025-12-19T19:14:13.771" v="2946" actId="1076"/>
          <ac:picMkLst>
            <pc:docMk/>
            <pc:sldMk cId="639034268" sldId="362"/>
            <ac:picMk id="10" creationId="{25E8831B-8AF5-B045-A320-88C933090A83}"/>
          </ac:picMkLst>
        </pc:picChg>
        <pc:picChg chg="add mod">
          <ac:chgData name="Hoang, Quang Manh" userId="1c61224f-ec88-4d4b-ad8c-d1c568721deb" providerId="ADAL" clId="{1A4E9071-D4A9-4D30-A7D1-538CF7032776}" dt="2025-12-19T19:18:24.537" v="3053" actId="1076"/>
          <ac:picMkLst>
            <pc:docMk/>
            <pc:sldMk cId="639034268" sldId="362"/>
            <ac:picMk id="25" creationId="{D4FEDEC2-C0E2-D352-7C62-790F469EDD95}"/>
          </ac:picMkLst>
        </pc:picChg>
        <pc:cxnChg chg="del">
          <ac:chgData name="Hoang, Quang Manh" userId="1c61224f-ec88-4d4b-ad8c-d1c568721deb" providerId="ADAL" clId="{1A4E9071-D4A9-4D30-A7D1-538CF7032776}" dt="2025-12-19T19:11:28.219" v="2822" actId="478"/>
          <ac:cxnSpMkLst>
            <pc:docMk/>
            <pc:sldMk cId="639034268" sldId="362"/>
            <ac:cxnSpMk id="19" creationId="{195455EA-FDFE-CD32-56D3-0DA39EB3D40A}"/>
          </ac:cxnSpMkLst>
        </pc:cxnChg>
      </pc:sldChg>
      <pc:sldChg chg="add del modNotesTx">
        <pc:chgData name="Hoang, Quang Manh" userId="1c61224f-ec88-4d4b-ad8c-d1c568721deb" providerId="ADAL" clId="{1A4E9071-D4A9-4D30-A7D1-538CF7032776}" dt="2025-12-19T18:59:56.487" v="2489" actId="47"/>
        <pc:sldMkLst>
          <pc:docMk/>
          <pc:sldMk cId="3128354469" sldId="362"/>
        </pc:sldMkLst>
      </pc:sldChg>
      <pc:sldChg chg="add del">
        <pc:chgData name="Hoang, Quang Manh" userId="1c61224f-ec88-4d4b-ad8c-d1c568721deb" providerId="ADAL" clId="{1A4E9071-D4A9-4D30-A7D1-538CF7032776}" dt="2025-12-19T18:59:56.487" v="2489" actId="47"/>
        <pc:sldMkLst>
          <pc:docMk/>
          <pc:sldMk cId="1209402651" sldId="363"/>
        </pc:sldMkLst>
      </pc:sldChg>
      <pc:sldChg chg="addSp delSp modSp add mod">
        <pc:chgData name="Hoang, Quang Manh" userId="1c61224f-ec88-4d4b-ad8c-d1c568721deb" providerId="ADAL" clId="{1A4E9071-D4A9-4D30-A7D1-538CF7032776}" dt="2025-12-19T20:19:29.042" v="3382" actId="113"/>
        <pc:sldMkLst>
          <pc:docMk/>
          <pc:sldMk cId="2937597123" sldId="363"/>
        </pc:sldMkLst>
        <pc:spChg chg="add mod">
          <ac:chgData name="Hoang, Quang Manh" userId="1c61224f-ec88-4d4b-ad8c-d1c568721deb" providerId="ADAL" clId="{1A4E9071-D4A9-4D30-A7D1-538CF7032776}" dt="2025-12-19T20:17:46.887" v="3345" actId="1076"/>
          <ac:spMkLst>
            <pc:docMk/>
            <pc:sldMk cId="2937597123" sldId="363"/>
            <ac:spMk id="3" creationId="{CEF6C704-20CF-B312-89D2-A38C96AFB058}"/>
          </ac:spMkLst>
        </pc:spChg>
        <pc:spChg chg="del">
          <ac:chgData name="Hoang, Quang Manh" userId="1c61224f-ec88-4d4b-ad8c-d1c568721deb" providerId="ADAL" clId="{1A4E9071-D4A9-4D30-A7D1-538CF7032776}" dt="2025-12-19T19:19:14.176" v="3061" actId="478"/>
          <ac:spMkLst>
            <pc:docMk/>
            <pc:sldMk cId="2937597123" sldId="363"/>
            <ac:spMk id="5" creationId="{616D06D1-0157-E9CA-7E50-112359D3FBDC}"/>
          </ac:spMkLst>
        </pc:spChg>
        <pc:spChg chg="add mod">
          <ac:chgData name="Hoang, Quang Manh" userId="1c61224f-ec88-4d4b-ad8c-d1c568721deb" providerId="ADAL" clId="{1A4E9071-D4A9-4D30-A7D1-538CF7032776}" dt="2025-12-19T20:19:29.042" v="3382" actId="113"/>
          <ac:spMkLst>
            <pc:docMk/>
            <pc:sldMk cId="2937597123" sldId="363"/>
            <ac:spMk id="5" creationId="{825373C4-F07B-0045-560A-D8FD88084A38}"/>
          </ac:spMkLst>
        </pc:spChg>
        <pc:spChg chg="del">
          <ac:chgData name="Hoang, Quang Manh" userId="1c61224f-ec88-4d4b-ad8c-d1c568721deb" providerId="ADAL" clId="{1A4E9071-D4A9-4D30-A7D1-538CF7032776}" dt="2025-12-19T19:19:10.941" v="3057" actId="478"/>
          <ac:spMkLst>
            <pc:docMk/>
            <pc:sldMk cId="2937597123" sldId="363"/>
            <ac:spMk id="17" creationId="{5F51DEC9-5505-3DF9-F904-233B7299D2BB}"/>
          </ac:spMkLst>
        </pc:spChg>
        <pc:spChg chg="del">
          <ac:chgData name="Hoang, Quang Manh" userId="1c61224f-ec88-4d4b-ad8c-d1c568721deb" providerId="ADAL" clId="{1A4E9071-D4A9-4D30-A7D1-538CF7032776}" dt="2025-12-19T19:19:13.458" v="3060" actId="478"/>
          <ac:spMkLst>
            <pc:docMk/>
            <pc:sldMk cId="2937597123" sldId="363"/>
            <ac:spMk id="22" creationId="{52835A30-809B-4ED0-2EBD-5A4BCB14AF0E}"/>
          </ac:spMkLst>
        </pc:spChg>
        <pc:spChg chg="del">
          <ac:chgData name="Hoang, Quang Manh" userId="1c61224f-ec88-4d4b-ad8c-d1c568721deb" providerId="ADAL" clId="{1A4E9071-D4A9-4D30-A7D1-538CF7032776}" dt="2025-12-19T19:19:12.549" v="3059" actId="478"/>
          <ac:spMkLst>
            <pc:docMk/>
            <pc:sldMk cId="2937597123" sldId="363"/>
            <ac:spMk id="23" creationId="{D080C3EE-B4B8-F5B2-5A24-954CE444102E}"/>
          </ac:spMkLst>
        </pc:spChg>
        <pc:spChg chg="del">
          <ac:chgData name="Hoang, Quang Manh" userId="1c61224f-ec88-4d4b-ad8c-d1c568721deb" providerId="ADAL" clId="{1A4E9071-D4A9-4D30-A7D1-538CF7032776}" dt="2025-12-19T19:19:11.453" v="3058" actId="478"/>
          <ac:spMkLst>
            <pc:docMk/>
            <pc:sldMk cId="2937597123" sldId="363"/>
            <ac:spMk id="26" creationId="{57950FCE-E230-6B89-47CA-80DB00B341B8}"/>
          </ac:spMkLst>
        </pc:spChg>
        <pc:spChg chg="del">
          <ac:chgData name="Hoang, Quang Manh" userId="1c61224f-ec88-4d4b-ad8c-d1c568721deb" providerId="ADAL" clId="{1A4E9071-D4A9-4D30-A7D1-538CF7032776}" dt="2025-12-19T19:19:10.306" v="3056" actId="478"/>
          <ac:spMkLst>
            <pc:docMk/>
            <pc:sldMk cId="2937597123" sldId="363"/>
            <ac:spMk id="27" creationId="{DCAC2E5D-5663-8D34-CE9A-11A7FBD74934}"/>
          </ac:spMkLst>
        </pc:spChg>
        <pc:spChg chg="del">
          <ac:chgData name="Hoang, Quang Manh" userId="1c61224f-ec88-4d4b-ad8c-d1c568721deb" providerId="ADAL" clId="{1A4E9071-D4A9-4D30-A7D1-538CF7032776}" dt="2025-12-19T19:19:16.571" v="3063" actId="478"/>
          <ac:spMkLst>
            <pc:docMk/>
            <pc:sldMk cId="2937597123" sldId="363"/>
            <ac:spMk id="28" creationId="{3B08231B-2E1C-B035-5962-BC5C87AA5B61}"/>
          </ac:spMkLst>
        </pc:spChg>
        <pc:spChg chg="del">
          <ac:chgData name="Hoang, Quang Manh" userId="1c61224f-ec88-4d4b-ad8c-d1c568721deb" providerId="ADAL" clId="{1A4E9071-D4A9-4D30-A7D1-538CF7032776}" dt="2025-12-19T19:19:16.009" v="3062" actId="478"/>
          <ac:spMkLst>
            <pc:docMk/>
            <pc:sldMk cId="2937597123" sldId="363"/>
            <ac:spMk id="29" creationId="{C4B2CA87-E661-6AA3-CF21-249E2A2A2FBD}"/>
          </ac:spMkLst>
        </pc:spChg>
        <pc:picChg chg="add del">
          <ac:chgData name="Hoang, Quang Manh" userId="1c61224f-ec88-4d4b-ad8c-d1c568721deb" providerId="ADAL" clId="{1A4E9071-D4A9-4D30-A7D1-538CF7032776}" dt="2025-12-19T19:19:44.456" v="3077" actId="478"/>
          <ac:picMkLst>
            <pc:docMk/>
            <pc:sldMk cId="2937597123" sldId="363"/>
            <ac:picMk id="6" creationId="{91A82B4F-79F3-2F5C-CBE9-8ACAD9391A07}"/>
          </ac:picMkLst>
        </pc:picChg>
        <pc:picChg chg="add mod">
          <ac:chgData name="Hoang, Quang Manh" userId="1c61224f-ec88-4d4b-ad8c-d1c568721deb" providerId="ADAL" clId="{1A4E9071-D4A9-4D30-A7D1-538CF7032776}" dt="2025-12-19T20:17:43.752" v="3344" actId="1076"/>
          <ac:picMkLst>
            <pc:docMk/>
            <pc:sldMk cId="2937597123" sldId="363"/>
            <ac:picMk id="9" creationId="{E1A075D9-0999-5C69-2A8A-5DD10BC10439}"/>
          </ac:picMkLst>
        </pc:picChg>
        <pc:picChg chg="del">
          <ac:chgData name="Hoang, Quang Manh" userId="1c61224f-ec88-4d4b-ad8c-d1c568721deb" providerId="ADAL" clId="{1A4E9071-D4A9-4D30-A7D1-538CF7032776}" dt="2025-12-19T19:19:25.838" v="3074" actId="478"/>
          <ac:picMkLst>
            <pc:docMk/>
            <pc:sldMk cId="2937597123" sldId="363"/>
            <ac:picMk id="10" creationId="{F9A0D35A-790E-D8A3-061D-946C1B70C4E0}"/>
          </ac:picMkLst>
        </pc:picChg>
        <pc:picChg chg="del">
          <ac:chgData name="Hoang, Quang Manh" userId="1c61224f-ec88-4d4b-ad8c-d1c568721deb" providerId="ADAL" clId="{1A4E9071-D4A9-4D30-A7D1-538CF7032776}" dt="2025-12-19T19:19:26.200" v="3075" actId="478"/>
          <ac:picMkLst>
            <pc:docMk/>
            <pc:sldMk cId="2937597123" sldId="363"/>
            <ac:picMk id="25" creationId="{57C2A1DA-8BFC-81AF-8B5C-BFE1684C6440}"/>
          </ac:picMkLst>
        </pc:picChg>
      </pc:sldChg>
      <pc:sldChg chg="modSp add del mod modNotesTx">
        <pc:chgData name="Hoang, Quang Manh" userId="1c61224f-ec88-4d4b-ad8c-d1c568721deb" providerId="ADAL" clId="{1A4E9071-D4A9-4D30-A7D1-538CF7032776}" dt="2025-12-19T18:58:05.190" v="2415" actId="47"/>
        <pc:sldMkLst>
          <pc:docMk/>
          <pc:sldMk cId="3745611984" sldId="364"/>
        </pc:sldMkLst>
      </pc:sldChg>
      <pc:sldChg chg="add del modNotesTx">
        <pc:chgData name="Hoang, Quang Manh" userId="1c61224f-ec88-4d4b-ad8c-d1c568721deb" providerId="ADAL" clId="{1A4E9071-D4A9-4D30-A7D1-538CF7032776}" dt="2025-12-19T18:59:56.487" v="2489" actId="47"/>
        <pc:sldMkLst>
          <pc:docMk/>
          <pc:sldMk cId="1354920978" sldId="369"/>
        </pc:sldMkLst>
      </pc:sldChg>
      <pc:sldChg chg="addSp delSp modSp add del mod modNotesTx">
        <pc:chgData name="Hoang, Quang Manh" userId="1c61224f-ec88-4d4b-ad8c-d1c568721deb" providerId="ADAL" clId="{1A4E9071-D4A9-4D30-A7D1-538CF7032776}" dt="2025-12-19T18:59:56.487" v="2489" actId="47"/>
        <pc:sldMkLst>
          <pc:docMk/>
          <pc:sldMk cId="386534217" sldId="370"/>
        </pc:sldMkLst>
      </pc:sldChg>
      <pc:sldChg chg="delSp add del mod modNotesTx">
        <pc:chgData name="Hoang, Quang Manh" userId="1c61224f-ec88-4d4b-ad8c-d1c568721deb" providerId="ADAL" clId="{1A4E9071-D4A9-4D30-A7D1-538CF7032776}" dt="2025-12-19T18:58:05.190" v="2415" actId="47"/>
        <pc:sldMkLst>
          <pc:docMk/>
          <pc:sldMk cId="1769775640" sldId="372"/>
        </pc:sldMkLst>
      </pc:sldChg>
      <pc:sldChg chg="add del">
        <pc:chgData name="Hoang, Quang Manh" userId="1c61224f-ec88-4d4b-ad8c-d1c568721deb" providerId="ADAL" clId="{1A4E9071-D4A9-4D30-A7D1-538CF7032776}" dt="2025-12-19T18:59:56.487" v="2489" actId="47"/>
        <pc:sldMkLst>
          <pc:docMk/>
          <pc:sldMk cId="891987151" sldId="377"/>
        </pc:sldMkLst>
      </pc:sldChg>
      <pc:sldChg chg="addSp delSp modSp add del mod modNotesTx">
        <pc:chgData name="Hoang, Quang Manh" userId="1c61224f-ec88-4d4b-ad8c-d1c568721deb" providerId="ADAL" clId="{1A4E9071-D4A9-4D30-A7D1-538CF7032776}" dt="2025-12-19T18:59:56.487" v="2489" actId="47"/>
        <pc:sldMkLst>
          <pc:docMk/>
          <pc:sldMk cId="4051777567" sldId="378"/>
        </pc:sldMkLst>
      </pc:sldChg>
      <pc:sldMasterChg chg="addSldLayout delSldLayout">
        <pc:chgData name="Hoang, Quang Manh" userId="1c61224f-ec88-4d4b-ad8c-d1c568721deb" providerId="ADAL" clId="{1A4E9071-D4A9-4D30-A7D1-538CF7032776}" dt="2025-12-19T18:59:49.950" v="2488" actId="47"/>
        <pc:sldMasterMkLst>
          <pc:docMk/>
          <pc:sldMasterMk cId="0" sldId="2147483648"/>
        </pc:sldMasterMkLst>
        <pc:sldLayoutChg chg="add del">
          <pc:chgData name="Hoang, Quang Manh" userId="1c61224f-ec88-4d4b-ad8c-d1c568721deb" providerId="ADAL" clId="{1A4E9071-D4A9-4D30-A7D1-538CF7032776}" dt="2025-12-19T18:59:49.950" v="2488" actId="47"/>
          <pc:sldLayoutMkLst>
            <pc:docMk/>
            <pc:sldMasterMk cId="0" sldId="2147483648"/>
            <pc:sldLayoutMk cId="0" sldId="2147483651"/>
          </pc:sldLayoutMkLst>
        </pc:sldLayoutChg>
        <pc:sldLayoutChg chg="add del">
          <pc:chgData name="Hoang, Quang Manh" userId="1c61224f-ec88-4d4b-ad8c-d1c568721deb" providerId="ADAL" clId="{1A4E9071-D4A9-4D30-A7D1-538CF7032776}" dt="2025-12-19T18:59:49.950" v="2488" actId="47"/>
          <pc:sldLayoutMkLst>
            <pc:docMk/>
            <pc:sldMasterMk cId="0" sldId="2147483648"/>
            <pc:sldLayoutMk cId="3495973028" sldId="2147483668"/>
          </pc:sldLayoutMkLst>
        </pc:sldLayoutChg>
      </pc:sldMasterChg>
    </pc:docChg>
  </pc:docChgLst>
  <pc:docChgLst>
    <pc:chgData name="Hoang, Quang Manh" userId="1c61224f-ec88-4d4b-ad8c-d1c568721deb" providerId="ADAL" clId="{5BE8976A-9C9F-4336-9EE1-40833ECAAA9E}"/>
    <pc:docChg chg="undo custSel addSld modSld">
      <pc:chgData name="Hoang, Quang Manh" userId="1c61224f-ec88-4d4b-ad8c-d1c568721deb" providerId="ADAL" clId="{5BE8976A-9C9F-4336-9EE1-40833ECAAA9E}" dt="2025-12-11T19:24:17.261" v="4367" actId="20577"/>
      <pc:docMkLst>
        <pc:docMk/>
      </pc:docMkLst>
      <pc:sldChg chg="modSp mod modNotesTx">
        <pc:chgData name="Hoang, Quang Manh" userId="1c61224f-ec88-4d4b-ad8c-d1c568721deb" providerId="ADAL" clId="{5BE8976A-9C9F-4336-9EE1-40833ECAAA9E}" dt="2025-12-09T19:34:48.283" v="2498" actId="20577"/>
        <pc:sldMkLst>
          <pc:docMk/>
          <pc:sldMk cId="1012702933" sldId="296"/>
        </pc:sldMkLst>
        <pc:spChg chg="mod">
          <ac:chgData name="Hoang, Quang Manh" userId="1c61224f-ec88-4d4b-ad8c-d1c568721deb" providerId="ADAL" clId="{5BE8976A-9C9F-4336-9EE1-40833ECAAA9E}" dt="2025-12-09T19:31:28.807" v="2231" actId="20577"/>
          <ac:spMkLst>
            <pc:docMk/>
            <pc:sldMk cId="1012702933" sldId="296"/>
            <ac:spMk id="266" creationId="{00000000-0000-0000-0000-000000000000}"/>
          </ac:spMkLst>
        </pc:spChg>
      </pc:sldChg>
      <pc:sldChg chg="modSp modNotesTx">
        <pc:chgData name="Hoang, Quang Manh" userId="1c61224f-ec88-4d4b-ad8c-d1c568721deb" providerId="ADAL" clId="{5BE8976A-9C9F-4336-9EE1-40833ECAAA9E}" dt="2025-12-11T15:21:01.931" v="3974" actId="20577"/>
        <pc:sldMkLst>
          <pc:docMk/>
          <pc:sldMk cId="127349529" sldId="346"/>
        </pc:sldMkLst>
        <pc:spChg chg="mod">
          <ac:chgData name="Hoang, Quang Manh" userId="1c61224f-ec88-4d4b-ad8c-d1c568721deb" providerId="ADAL" clId="{5BE8976A-9C9F-4336-9EE1-40833ECAAA9E}" dt="2025-12-09T19:00:59.273" v="747"/>
          <ac:spMkLst>
            <pc:docMk/>
            <pc:sldMk cId="127349529" sldId="346"/>
            <ac:spMk id="356" creationId="{80AFA946-45A5-6A6A-70BF-358C6ECF3D2F}"/>
          </ac:spMkLst>
        </pc:spChg>
      </pc:sldChg>
      <pc:sldChg chg="modNotesTx">
        <pc:chgData name="Hoang, Quang Manh" userId="1c61224f-ec88-4d4b-ad8c-d1c568721deb" providerId="ADAL" clId="{5BE8976A-9C9F-4336-9EE1-40833ECAAA9E}" dt="2025-12-11T18:17:16.508" v="4245" actId="20577"/>
        <pc:sldMkLst>
          <pc:docMk/>
          <pc:sldMk cId="1400300554" sldId="358"/>
        </pc:sldMkLst>
      </pc:sldChg>
      <pc:sldChg chg="modAnim">
        <pc:chgData name="Hoang, Quang Manh" userId="1c61224f-ec88-4d4b-ad8c-d1c568721deb" providerId="ADAL" clId="{5BE8976A-9C9F-4336-9EE1-40833ECAAA9E}" dt="2025-12-11T17:46:26.401" v="4242"/>
        <pc:sldMkLst>
          <pc:docMk/>
          <pc:sldMk cId="1366061512" sldId="360"/>
        </pc:sldMkLst>
      </pc:sldChg>
      <pc:sldChg chg="modSp mod modNotesTx">
        <pc:chgData name="Hoang, Quang Manh" userId="1c61224f-ec88-4d4b-ad8c-d1c568721deb" providerId="ADAL" clId="{5BE8976A-9C9F-4336-9EE1-40833ECAAA9E}" dt="2025-12-11T19:20:54.799" v="4363" actId="20577"/>
        <pc:sldMkLst>
          <pc:docMk/>
          <pc:sldMk cId="3793534175" sldId="3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567E4386-C654-5F10-6E1B-FAD977A1A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39f89f28c1_2_236:notes">
            <a:extLst>
              <a:ext uri="{FF2B5EF4-FFF2-40B4-BE49-F238E27FC236}">
                <a16:creationId xmlns:a16="http://schemas.microsoft.com/office/drawing/2014/main" id="{8187C7AD-7412-2145-44C0-8728968FA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None/>
            </a:pPr>
            <a:endParaRPr lang="en-US" dirty="0"/>
          </a:p>
        </p:txBody>
      </p:sp>
      <p:sp>
        <p:nvSpPr>
          <p:cNvPr id="354" name="Google Shape;354;g239f89f28c1_2_236:notes">
            <a:extLst>
              <a:ext uri="{FF2B5EF4-FFF2-40B4-BE49-F238E27FC236}">
                <a16:creationId xmlns:a16="http://schemas.microsoft.com/office/drawing/2014/main" id="{C5993019-333A-E1A9-D0F0-E8FDDB1E9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2944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62" name="Google Shape;2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41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57A1356F-95B8-CBDF-28F9-0504D11C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D63B1DB6-FE65-702D-C207-880E2F9E1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DE7EACAC-F098-9AB7-F573-365D9D3F6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0294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FB918D1E-8982-5876-C67B-AD3B542D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5A4671F0-3404-85A8-A2AB-6174E2F27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AE86E2A4-0BC9-81B8-44EA-BD0CDAFBB2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4467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06B90843-9A43-748F-1536-EB6D9219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4041FF3A-D420-91ED-C035-1CECF6D966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D0BD7F96-FF37-E8DE-91F3-79CF1302C4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8966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AA2D94CA-294C-A524-0358-23FCB0EF3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7ABC2DCF-4944-48D4-B97E-227C4D5E8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073E1BEB-D5BD-A9EF-8F1F-3A842DEF7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749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C12557B7-40B0-A732-04BB-54F8779D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00E29FDE-13D0-DB39-8BAF-0FE9977F65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</p:txBody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31FAB789-5CB3-941B-8BE5-997509D8F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3557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39f89f28c1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354" name="Google Shape;354;g239f89f28c1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1" type="obj">
  <p:cSld name="OBJEC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30688" y="437134"/>
            <a:ext cx="7470153" cy="648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000"/>
              <a:buFont typeface="Arial"/>
              <a:buNone/>
              <a:defRPr sz="3000" b="1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30687" y="1193203"/>
            <a:ext cx="8219587" cy="3155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8650273" y="4910929"/>
            <a:ext cx="309905" cy="232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5"/>
          <p:cNvSpPr/>
          <p:nvPr/>
        </p:nvSpPr>
        <p:spPr>
          <a:xfrm rot="-5400000">
            <a:off x="-348758" y="348758"/>
            <a:ext cx="881338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5"/>
          <p:cNvSpPr/>
          <p:nvPr/>
        </p:nvSpPr>
        <p:spPr>
          <a:xfrm rot="10800000">
            <a:off x="-1" y="0"/>
            <a:ext cx="7900842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5"/>
          <p:cNvSpPr/>
          <p:nvPr/>
        </p:nvSpPr>
        <p:spPr>
          <a:xfrm rot="-5400000">
            <a:off x="7064569" y="3088812"/>
            <a:ext cx="3975042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15" descr="A yellow letter on a blu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1274" y="0"/>
            <a:ext cx="772726" cy="745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A close-up of a sign&#10;&#10;AI-generated content may be incorrect.">
            <a:extLst>
              <a:ext uri="{FF2B5EF4-FFF2-40B4-BE49-F238E27FC236}">
                <a16:creationId xmlns:a16="http://schemas.microsoft.com/office/drawing/2014/main" id="{0099E8E0-E24E-4960-2426-09D5E8CC61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8767" y="4532188"/>
            <a:ext cx="1784226" cy="527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FF84F1-9A18-ABF0-7F6D-061C8D6C20E6}"/>
              </a:ext>
            </a:extLst>
          </p:cNvPr>
          <p:cNvCxnSpPr>
            <a:cxnSpLocks/>
          </p:cNvCxnSpPr>
          <p:nvPr userDrawn="1"/>
        </p:nvCxnSpPr>
        <p:spPr>
          <a:xfrm>
            <a:off x="2461317" y="4826382"/>
            <a:ext cx="6188956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University of Michigan, Dearborn | Yocket">
            <a:extLst>
              <a:ext uri="{FF2B5EF4-FFF2-40B4-BE49-F238E27FC236}">
                <a16:creationId xmlns:a16="http://schemas.microsoft.com/office/drawing/2014/main" id="{73CC8E9E-5C55-F498-4A6F-563AD77CB3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528368"/>
            <a:ext cx="618768" cy="54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- 2" type="secHead">
  <p:cSld name="Divider Slide -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 rot="10800000">
            <a:off x="-1" y="0"/>
            <a:ext cx="9144002" cy="51435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highlight>
                <a:srgbClr val="00274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3" descr="A white paper with a small amount of textur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193200"/>
            <a:ext cx="9145143" cy="275709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>
            <a:spLocks noGrp="1"/>
          </p:cNvSpPr>
          <p:nvPr>
            <p:ph type="sldNum" idx="12"/>
          </p:nvPr>
        </p:nvSpPr>
        <p:spPr>
          <a:xfrm>
            <a:off x="8650273" y="4910929"/>
            <a:ext cx="309905" cy="232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3"/>
          <p:cNvSpPr/>
          <p:nvPr/>
        </p:nvSpPr>
        <p:spPr>
          <a:xfrm rot="-5400000">
            <a:off x="-348758" y="348758"/>
            <a:ext cx="881338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 rot="10800000">
            <a:off x="-1" y="0"/>
            <a:ext cx="7900842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 rot="-5400000">
            <a:off x="7673541" y="2479840"/>
            <a:ext cx="2757098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3" descr="A yellow letter on a blue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274" y="0"/>
            <a:ext cx="772726" cy="74589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/>
          <p:nvPr/>
        </p:nvSpPr>
        <p:spPr>
          <a:xfrm rot="10800000">
            <a:off x="8208390" y="3766475"/>
            <a:ext cx="926085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3" descr="A group of circle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13804" t="24684" b="14108"/>
          <a:stretch/>
        </p:blipFill>
        <p:spPr>
          <a:xfrm>
            <a:off x="-9526" y="1193195"/>
            <a:ext cx="5024567" cy="275709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>
            <a:spLocks noGrp="1"/>
          </p:cNvSpPr>
          <p:nvPr>
            <p:ph type="title"/>
          </p:nvPr>
        </p:nvSpPr>
        <p:spPr>
          <a:xfrm>
            <a:off x="623888" y="1193200"/>
            <a:ext cx="7886700" cy="1585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300"/>
              <a:buFont typeface="Arial"/>
              <a:buNone/>
              <a:defRPr sz="330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body" idx="1"/>
          </p:nvPr>
        </p:nvSpPr>
        <p:spPr>
          <a:xfrm>
            <a:off x="623888" y="2858815"/>
            <a:ext cx="7886700" cy="1091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5282"/>
              </a:buClr>
              <a:buSzPts val="1800"/>
              <a:buNone/>
              <a:defRPr sz="1800">
                <a:solidFill>
                  <a:srgbClr val="14528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15" name="Google Shape;215;p23" descr="A group of circle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10439" r="42262"/>
          <a:stretch/>
        </p:blipFill>
        <p:spPr>
          <a:xfrm rot="-5400000">
            <a:off x="4963907" y="319516"/>
            <a:ext cx="2757100" cy="45044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3342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5">
  <p:cSld name="Title Slide - 5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5" descr="A white paper with a small amount of textur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0991" y="3302132"/>
            <a:ext cx="4572001" cy="184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5"/>
          <p:cNvSpPr/>
          <p:nvPr/>
        </p:nvSpPr>
        <p:spPr>
          <a:xfrm rot="-5400000">
            <a:off x="-224086" y="222066"/>
            <a:ext cx="5071112" cy="4626977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5"/>
          <p:cNvSpPr txBox="1">
            <a:spLocks noGrp="1"/>
          </p:cNvSpPr>
          <p:nvPr>
            <p:ph type="ctrTitle"/>
          </p:nvPr>
        </p:nvSpPr>
        <p:spPr>
          <a:xfrm>
            <a:off x="44947" y="311721"/>
            <a:ext cx="4480088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subTitle" idx="1"/>
          </p:nvPr>
        </p:nvSpPr>
        <p:spPr>
          <a:xfrm>
            <a:off x="44947" y="2207260"/>
            <a:ext cx="4480089" cy="80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CB05"/>
              </a:buClr>
              <a:buSzPts val="1800"/>
              <a:buNone/>
              <a:defRPr sz="1800">
                <a:solidFill>
                  <a:srgbClr val="FFCB0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06" name="Google Shape;106;p25"/>
          <p:cNvSpPr/>
          <p:nvPr/>
        </p:nvSpPr>
        <p:spPr>
          <a:xfrm>
            <a:off x="-1010" y="4959678"/>
            <a:ext cx="4756832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5" descr="A group of circle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9425" t="24877" b="37226"/>
          <a:stretch/>
        </p:blipFill>
        <p:spPr>
          <a:xfrm>
            <a:off x="4754814" y="3989156"/>
            <a:ext cx="3581008" cy="1157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5" descr="A group of circle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0743" y="3989156"/>
            <a:ext cx="1673257" cy="12210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5"/>
          <p:cNvSpPr/>
          <p:nvPr/>
        </p:nvSpPr>
        <p:spPr>
          <a:xfrm rot="-5400000">
            <a:off x="2092162" y="2479839"/>
            <a:ext cx="5143499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5" descr="A yellow letter on a blue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94561" y="3397516"/>
            <a:ext cx="1180861" cy="113985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/>
          <p:nvPr/>
        </p:nvSpPr>
        <p:spPr>
          <a:xfrm rot="-5400000">
            <a:off x="4680221" y="74590"/>
            <a:ext cx="4537363" cy="43881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5"/>
          <p:cNvSpPr/>
          <p:nvPr/>
        </p:nvSpPr>
        <p:spPr>
          <a:xfrm>
            <a:off x="4624958" y="0"/>
            <a:ext cx="4519043" cy="18382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5"/>
          <p:cNvSpPr>
            <a:spLocks noGrp="1"/>
          </p:cNvSpPr>
          <p:nvPr>
            <p:ph type="pic" idx="2"/>
          </p:nvPr>
        </p:nvSpPr>
        <p:spPr>
          <a:xfrm>
            <a:off x="4755823" y="183822"/>
            <a:ext cx="4387169" cy="43535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14" name="Google Shape;114;p25"/>
          <p:cNvCxnSpPr/>
          <p:nvPr/>
        </p:nvCxnSpPr>
        <p:spPr>
          <a:xfrm>
            <a:off x="4754814" y="4537360"/>
            <a:ext cx="4389186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9597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67" r:id="rId2"/>
    <p:sldLayoutId id="214748366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7746106D-1A01-A4DC-93D8-4B45A947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>
            <a:extLst>
              <a:ext uri="{FF2B5EF4-FFF2-40B4-BE49-F238E27FC236}">
                <a16:creationId xmlns:a16="http://schemas.microsoft.com/office/drawing/2014/main" id="{80AFA946-45A5-6A6A-70BF-358C6ECF3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234523"/>
            <a:ext cx="9144000" cy="2087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r>
              <a:rPr lang="en-US" sz="2600" b="1" dirty="0" err="1"/>
              <a:t>FedAvgIm</a:t>
            </a:r>
            <a:r>
              <a:rPr lang="en-US" sz="2600" b="1" dirty="0"/>
              <a:t>: Federated Learning for Multi-Site Impedance Identification of Inverter-Based Resources</a:t>
            </a:r>
            <a:br>
              <a:rPr lang="en-US" sz="3600" b="1" dirty="0"/>
            </a:br>
            <a:endParaRPr lang="en-US" sz="36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EC1F43-FB36-5EEA-5266-15AB25AA79CD}"/>
              </a:ext>
            </a:extLst>
          </p:cNvPr>
          <p:cNvSpPr txBox="1"/>
          <p:nvPr/>
        </p:nvSpPr>
        <p:spPr>
          <a:xfrm>
            <a:off x="0" y="4657371"/>
            <a:ext cx="148629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12/19/2025</a:t>
            </a:r>
            <a:endParaRPr lang="en-US" sz="105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49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"/>
          <p:cNvSpPr txBox="1">
            <a:spLocks noGrp="1"/>
          </p:cNvSpPr>
          <p:nvPr>
            <p:ph type="ctrTitle"/>
          </p:nvPr>
        </p:nvSpPr>
        <p:spPr>
          <a:xfrm>
            <a:off x="44947" y="1262129"/>
            <a:ext cx="4480088" cy="840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266" name="Google Shape;266;p5"/>
          <p:cNvSpPr>
            <a:spLocks noGrp="1"/>
          </p:cNvSpPr>
          <p:nvPr>
            <p:ph type="pic" idx="2"/>
          </p:nvPr>
        </p:nvSpPr>
        <p:spPr>
          <a:xfrm>
            <a:off x="4755823" y="183822"/>
            <a:ext cx="4387169" cy="4353538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Problem statement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Proposed framework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Performance evaluation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270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3A44B67B-E29D-BE54-DFDC-91057272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7BC269-1164-6F77-23D3-F189CFA5C444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5DBFE0-F41F-868A-7A91-94EF11A5F9BA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3DBA9-358E-B628-30DB-E12B57F858C2}"/>
              </a:ext>
            </a:extLst>
          </p:cNvPr>
          <p:cNvSpPr/>
          <p:nvPr/>
        </p:nvSpPr>
        <p:spPr>
          <a:xfrm>
            <a:off x="191018" y="206528"/>
            <a:ext cx="7937844" cy="6708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Problem statement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1CBF13-E8B4-1BE6-9EED-974EF1245C19}"/>
              </a:ext>
            </a:extLst>
          </p:cNvPr>
          <p:cNvSpPr txBox="1"/>
          <p:nvPr/>
        </p:nvSpPr>
        <p:spPr>
          <a:xfrm>
            <a:off x="191018" y="1118947"/>
            <a:ext cx="2433455" cy="52322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Traditional SG-dominated power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1B27E-BDEB-DA7A-5523-4D739860785E}"/>
              </a:ext>
            </a:extLst>
          </p:cNvPr>
          <p:cNvSpPr txBox="1"/>
          <p:nvPr/>
        </p:nvSpPr>
        <p:spPr>
          <a:xfrm>
            <a:off x="3563492" y="3166717"/>
            <a:ext cx="2961067" cy="307777"/>
          </a:xfrm>
          <a:prstGeom prst="rect">
            <a:avLst/>
          </a:prstGeom>
          <a:noFill/>
          <a:ln w="19050">
            <a:solidFill>
              <a:srgbClr val="66FF66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/>
              <a:t>Impedance-based stability analysis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A4F09F5-32C7-E675-F0E5-B5EC38B1B35B}"/>
              </a:ext>
            </a:extLst>
          </p:cNvPr>
          <p:cNvSpPr/>
          <p:nvPr/>
        </p:nvSpPr>
        <p:spPr>
          <a:xfrm rot="5400000">
            <a:off x="1111223" y="1820669"/>
            <a:ext cx="471689" cy="229233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79016-71E3-9D15-507B-02D474979C68}"/>
              </a:ext>
            </a:extLst>
          </p:cNvPr>
          <p:cNvSpPr txBox="1"/>
          <p:nvPr/>
        </p:nvSpPr>
        <p:spPr>
          <a:xfrm>
            <a:off x="3828448" y="1118947"/>
            <a:ext cx="2433455" cy="52322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Modern IBRs-dominated power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16329-C6EF-50D1-F548-5807764E4894}"/>
              </a:ext>
            </a:extLst>
          </p:cNvPr>
          <p:cNvSpPr txBox="1"/>
          <p:nvPr/>
        </p:nvSpPr>
        <p:spPr>
          <a:xfrm>
            <a:off x="145101" y="2161045"/>
            <a:ext cx="2525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White-box state-space model for eigenvalues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98F9E9-4717-DA21-E4FB-5A9ACDB50AAD}"/>
              </a:ext>
            </a:extLst>
          </p:cNvPr>
          <p:cNvSpPr txBox="1"/>
          <p:nvPr/>
        </p:nvSpPr>
        <p:spPr>
          <a:xfrm>
            <a:off x="3781382" y="2194663"/>
            <a:ext cx="2525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Black-box model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2D0AFCB-21AD-1C04-C932-DC3C08048609}"/>
              </a:ext>
            </a:extLst>
          </p:cNvPr>
          <p:cNvSpPr/>
          <p:nvPr/>
        </p:nvSpPr>
        <p:spPr>
          <a:xfrm rot="5400000">
            <a:off x="4809330" y="1820669"/>
            <a:ext cx="471689" cy="229233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870D34-CF06-AFA3-F35F-9A9C44A89DDA}"/>
              </a:ext>
            </a:extLst>
          </p:cNvPr>
          <p:cNvSpPr txBox="1"/>
          <p:nvPr/>
        </p:nvSpPr>
        <p:spPr>
          <a:xfrm>
            <a:off x="5329134" y="1733548"/>
            <a:ext cx="2525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Lack of standardization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65A596A-D57F-FCFC-ACED-B645F30623CA}"/>
              </a:ext>
            </a:extLst>
          </p:cNvPr>
          <p:cNvSpPr/>
          <p:nvPr/>
        </p:nvSpPr>
        <p:spPr>
          <a:xfrm rot="5400000">
            <a:off x="4809329" y="2719962"/>
            <a:ext cx="471689" cy="229233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4BE169-3912-1EA4-55E8-F443E34EEDE2}"/>
              </a:ext>
            </a:extLst>
          </p:cNvPr>
          <p:cNvCxnSpPr/>
          <p:nvPr/>
        </p:nvCxnSpPr>
        <p:spPr>
          <a:xfrm>
            <a:off x="3134139" y="1279189"/>
            <a:ext cx="0" cy="2146300"/>
          </a:xfrm>
          <a:prstGeom prst="line">
            <a:avLst/>
          </a:prstGeom>
          <a:ln w="12700">
            <a:solidFill>
              <a:srgbClr val="FF33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C1F5577-6D18-34AA-39A5-0F00807652B3}"/>
              </a:ext>
            </a:extLst>
          </p:cNvPr>
          <p:cNvSpPr txBox="1"/>
          <p:nvPr/>
        </p:nvSpPr>
        <p:spPr>
          <a:xfrm>
            <a:off x="543020" y="4024553"/>
            <a:ext cx="4254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How can we obtain impedance model of IBRs?</a:t>
            </a:r>
          </a:p>
        </p:txBody>
      </p:sp>
    </p:spTree>
    <p:extLst>
      <p:ext uri="{BB962C8B-B14F-4D97-AF65-F5344CB8AC3E}">
        <p14:creationId xmlns:p14="http://schemas.microsoft.com/office/powerpoint/2010/main" val="136606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C7C2A08F-2D62-D91E-DE0D-B6853840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7EA196-FFB8-EC03-1056-EBF4D2C8CFA2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3540DF-653D-1440-91FB-B2A29A3E075D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090C1-B5B0-74B9-AEBD-B50CFF9B54A5}"/>
              </a:ext>
            </a:extLst>
          </p:cNvPr>
          <p:cNvSpPr/>
          <p:nvPr/>
        </p:nvSpPr>
        <p:spPr>
          <a:xfrm>
            <a:off x="191018" y="206528"/>
            <a:ext cx="7937844" cy="6708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Problem statement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C4D39-2812-0D40-F95C-B3C6295144D8}"/>
              </a:ext>
            </a:extLst>
          </p:cNvPr>
          <p:cNvSpPr txBox="1"/>
          <p:nvPr/>
        </p:nvSpPr>
        <p:spPr>
          <a:xfrm>
            <a:off x="0" y="1186100"/>
            <a:ext cx="2525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Analytical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E8831B-8AF5-B045-A320-88C933090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07" y="251084"/>
            <a:ext cx="3505200" cy="16230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564FD8-5685-A608-8CF8-A30FB1C2185A}"/>
              </a:ext>
            </a:extLst>
          </p:cNvPr>
          <p:cNvSpPr txBox="1"/>
          <p:nvPr/>
        </p:nvSpPr>
        <p:spPr>
          <a:xfrm>
            <a:off x="0" y="2870960"/>
            <a:ext cx="2911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Measurement-based method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9B21BA9-2570-C901-1E59-77ED51E11575}"/>
              </a:ext>
            </a:extLst>
          </p:cNvPr>
          <p:cNvSpPr/>
          <p:nvPr/>
        </p:nvSpPr>
        <p:spPr>
          <a:xfrm>
            <a:off x="550806" y="1644911"/>
            <a:ext cx="471689" cy="229233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609ABA-5A5D-DCFD-F691-2A4CD8490837}"/>
              </a:ext>
            </a:extLst>
          </p:cNvPr>
          <p:cNvSpPr txBox="1"/>
          <p:nvPr/>
        </p:nvSpPr>
        <p:spPr>
          <a:xfrm>
            <a:off x="1022495" y="1605638"/>
            <a:ext cx="1633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White-box model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FEDEC2-C0E2-D352-7C62-790F469ED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182" y="1928035"/>
            <a:ext cx="3580170" cy="2832223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28DE31D2-FB97-A002-5EF4-F248D42CCCAC}"/>
              </a:ext>
            </a:extLst>
          </p:cNvPr>
          <p:cNvSpPr/>
          <p:nvPr/>
        </p:nvSpPr>
        <p:spPr>
          <a:xfrm>
            <a:off x="550806" y="3344146"/>
            <a:ext cx="471689" cy="229233"/>
          </a:xfrm>
          <a:prstGeom prst="rightArrow">
            <a:avLst/>
          </a:prstGeom>
          <a:solidFill>
            <a:srgbClr val="FF7C8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526B8D-7659-63B2-0F70-F253D1ED453C}"/>
              </a:ext>
            </a:extLst>
          </p:cNvPr>
          <p:cNvSpPr txBox="1"/>
          <p:nvPr/>
        </p:nvSpPr>
        <p:spPr>
          <a:xfrm>
            <a:off x="1022495" y="3282134"/>
            <a:ext cx="225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 consuming, tedious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6A5C095-5AE8-C313-77AD-762276FE06AB}"/>
              </a:ext>
            </a:extLst>
          </p:cNvPr>
          <p:cNvSpPr/>
          <p:nvPr/>
        </p:nvSpPr>
        <p:spPr>
          <a:xfrm>
            <a:off x="59989" y="3946320"/>
            <a:ext cx="471689" cy="229233"/>
          </a:xfrm>
          <a:prstGeom prst="rightArrow">
            <a:avLst/>
          </a:prstGeom>
          <a:solidFill>
            <a:srgbClr val="66FF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2A6657-37F8-2D01-89F1-009DF8587678}"/>
              </a:ext>
            </a:extLst>
          </p:cNvPr>
          <p:cNvSpPr txBox="1"/>
          <p:nvPr/>
        </p:nvSpPr>
        <p:spPr>
          <a:xfrm>
            <a:off x="498059" y="3891979"/>
            <a:ext cx="5211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Data-driven methods can interpolate denser operating conditions using only a limited number of measurement sample</a:t>
            </a:r>
          </a:p>
        </p:txBody>
      </p:sp>
    </p:spTree>
    <p:extLst>
      <p:ext uri="{BB962C8B-B14F-4D97-AF65-F5344CB8AC3E}">
        <p14:creationId xmlns:p14="http://schemas.microsoft.com/office/powerpoint/2010/main" val="639034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ECD52EE2-757C-6B9F-58D7-62A74AB8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8EAA83-3A86-8913-D116-6DEE432D47BB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4F4B50-1477-1A15-5E87-7F803DE012F8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9208D-E328-EA2D-980E-2ACC62A4B2CB}"/>
              </a:ext>
            </a:extLst>
          </p:cNvPr>
          <p:cNvSpPr/>
          <p:nvPr/>
        </p:nvSpPr>
        <p:spPr>
          <a:xfrm>
            <a:off x="191018" y="206528"/>
            <a:ext cx="7937844" cy="6708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Problem statement</a:t>
            </a:r>
            <a:endParaRPr lang="en-US" sz="2400" b="1" dirty="0">
              <a:solidFill>
                <a:srgbClr val="FFC000"/>
              </a:solidFill>
            </a:endParaRPr>
          </a:p>
        </p:txBody>
      </p:sp>
      <p:pic>
        <p:nvPicPr>
          <p:cNvPr id="9" name="Picture 8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E1A075D9-0999-5C69-2A8A-5DD10BC10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4139"/>
            <a:ext cx="8868335" cy="2501722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CEF6C704-20CF-B312-89D2-A38C96AFB058}"/>
              </a:ext>
            </a:extLst>
          </p:cNvPr>
          <p:cNvSpPr/>
          <p:nvPr/>
        </p:nvSpPr>
        <p:spPr>
          <a:xfrm>
            <a:off x="59989" y="3467011"/>
            <a:ext cx="471689" cy="229233"/>
          </a:xfrm>
          <a:prstGeom prst="rightArrow">
            <a:avLst/>
          </a:prstGeom>
          <a:solidFill>
            <a:srgbClr val="66FF66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373C4-F07B-0045-560A-D8FD88084A38}"/>
              </a:ext>
            </a:extLst>
          </p:cNvPr>
          <p:cNvSpPr txBox="1"/>
          <p:nvPr/>
        </p:nvSpPr>
        <p:spPr>
          <a:xfrm>
            <a:off x="498059" y="3412670"/>
            <a:ext cx="84913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Proposes a decentralized federated-learning framework for multi-site IBR impedance identification under:</a:t>
            </a:r>
          </a:p>
          <a:p>
            <a:pPr marL="400050" indent="-400050">
              <a:buAutoNum type="romanLcParenBoth"/>
            </a:pPr>
            <a:r>
              <a:rPr lang="en-US" b="1" dirty="0"/>
              <a:t>Strict data-privacy requirements</a:t>
            </a:r>
          </a:p>
          <a:p>
            <a:pPr marL="400050" indent="-400050">
              <a:buAutoNum type="romanLcParenBoth"/>
            </a:pPr>
            <a:r>
              <a:rPr lang="en-US" b="1" dirty="0"/>
              <a:t>Extremely limited local datasets</a:t>
            </a:r>
          </a:p>
          <a:p>
            <a:pPr marL="400050" indent="-400050">
              <a:buAutoNum type="romanLcParenBoth"/>
            </a:pPr>
            <a:r>
              <a:rPr lang="en-US" dirty="0"/>
              <a:t>Unbalanced data across sites</a:t>
            </a:r>
          </a:p>
          <a:p>
            <a:pPr marL="400050" indent="-400050">
              <a:buAutoNum type="romanLcParenBoth"/>
            </a:pPr>
            <a:r>
              <a:rPr lang="en-US" dirty="0"/>
              <a:t>Presence of multiple IBRs within a system</a:t>
            </a:r>
          </a:p>
        </p:txBody>
      </p:sp>
    </p:spTree>
    <p:extLst>
      <p:ext uri="{BB962C8B-B14F-4D97-AF65-F5344CB8AC3E}">
        <p14:creationId xmlns:p14="http://schemas.microsoft.com/office/powerpoint/2010/main" val="2937597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97EB8752-E388-5C0C-A142-DB74E0CC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C3F62F-4A4C-0D53-E5CE-CAC70B0C7D26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EB94D9-5E8B-EF14-E1F9-D649E4DB2A0D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319E34-2AF8-0739-CF38-743159AC17B9}"/>
              </a:ext>
            </a:extLst>
          </p:cNvPr>
          <p:cNvSpPr/>
          <p:nvPr/>
        </p:nvSpPr>
        <p:spPr>
          <a:xfrm>
            <a:off x="222014" y="367584"/>
            <a:ext cx="7937844" cy="3685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Proposed federated learning framework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E6814AA-E127-A864-ADFA-1DC108BED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5260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4E51D-B95C-53C8-97DA-279F43A2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448" y="753505"/>
            <a:ext cx="6044184" cy="386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00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7A873AE5-5665-9151-A43E-F1B1A862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EE2B12-0A70-154D-EDCE-5B4E324A6504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2EC1F2-E34D-B6D2-57B5-6FA18779BBCC}"/>
              </a:ext>
            </a:extLst>
          </p:cNvPr>
          <p:cNvSpPr/>
          <p:nvPr/>
        </p:nvSpPr>
        <p:spPr>
          <a:xfrm>
            <a:off x="442711" y="629680"/>
            <a:ext cx="3274990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480098-DF13-BF7A-C3F9-AF4F73242466}"/>
              </a:ext>
            </a:extLst>
          </p:cNvPr>
          <p:cNvSpPr/>
          <p:nvPr/>
        </p:nvSpPr>
        <p:spPr>
          <a:xfrm>
            <a:off x="191018" y="206528"/>
            <a:ext cx="7937844" cy="6708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Performance evaluation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542D66-882C-165F-3FCD-AEF9D061B4C5}"/>
              </a:ext>
            </a:extLst>
          </p:cNvPr>
          <p:cNvSpPr txBox="1"/>
          <p:nvPr/>
        </p:nvSpPr>
        <p:spPr>
          <a:xfrm>
            <a:off x="0" y="1067756"/>
            <a:ext cx="478042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Comparison with Centralized and Local Models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Integrating a new IBR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Comparison with Transfer learning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Application in stability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3793534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>
            <a:spLocks noGrp="1"/>
          </p:cNvSpPr>
          <p:nvPr>
            <p:ph type="title"/>
          </p:nvPr>
        </p:nvSpPr>
        <p:spPr>
          <a:xfrm>
            <a:off x="321472" y="1253026"/>
            <a:ext cx="8365327" cy="1585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3300"/>
              <a:buFont typeface="Arial"/>
              <a:buNone/>
            </a:pPr>
            <a:r>
              <a:rPr lang="en-US" sz="4400" b="1" dirty="0"/>
              <a:t>Thank you!</a:t>
            </a:r>
            <a:endParaRPr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C1DE5-91BE-E1DD-0686-551121DAC6CF}"/>
              </a:ext>
            </a:extLst>
          </p:cNvPr>
          <p:cNvSpPr txBox="1"/>
          <p:nvPr/>
        </p:nvSpPr>
        <p:spPr>
          <a:xfrm>
            <a:off x="94421" y="3367254"/>
            <a:ext cx="26819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Quang Manh Hoang</a:t>
            </a:r>
            <a:br>
              <a:rPr lang="en-US" sz="1400" b="1" dirty="0"/>
            </a:br>
            <a:r>
              <a:rPr lang="en-US" sz="1400" dirty="0"/>
              <a:t>manhhq@umich.edu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5099</TotalTime>
  <Words>150</Words>
  <Application>Microsoft Office PowerPoint</Application>
  <PresentationFormat>On-screen Show (16:9)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FedAvgIm: Federated Learning for Multi-Site Impedance Identification of Inverter-Based Resources 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Hoang, Quang Manh</cp:lastModifiedBy>
  <cp:revision>11</cp:revision>
  <dcterms:modified xsi:type="dcterms:W3CDTF">2025-12-19T21:58:50Z</dcterms:modified>
</cp:coreProperties>
</file>