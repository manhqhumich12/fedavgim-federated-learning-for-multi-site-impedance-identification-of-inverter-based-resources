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1B9FA-BBAD-4BBC-B90C-A85AAF2EB676}" v="1" dt="2025-12-11T22:01:21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-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custSel addSld modSld">
      <pc:chgData name="Hoang, Quang Manh" userId="1c61224f-ec88-4d4b-ad8c-d1c568721deb" providerId="ADAL" clId="{1A4E9071-D4A9-4D30-A7D1-538CF7032776}" dt="2025-12-11T22:01:39.328" v="11" actId="1076"/>
      <pc:docMkLst>
        <pc:docMk/>
      </pc:docMkLst>
      <pc:sldChg chg="addSp delSp modSp new mod">
        <pc:chgData name="Hoang, Quang Manh" userId="1c61224f-ec88-4d4b-ad8c-d1c568721deb" providerId="ADAL" clId="{1A4E9071-D4A9-4D30-A7D1-538CF7032776}" dt="2025-12-11T22:01:39.328" v="11" actId="1076"/>
        <pc:sldMkLst>
          <pc:docMk/>
          <pc:sldMk cId="140100102" sldId="256"/>
        </pc:sldMkLst>
        <pc:spChg chg="del">
          <ac:chgData name="Hoang, Quang Manh" userId="1c61224f-ec88-4d4b-ad8c-d1c568721deb" providerId="ADAL" clId="{1A4E9071-D4A9-4D30-A7D1-538CF7032776}" dt="2025-12-11T22:01:06.682" v="1" actId="478"/>
          <ac:spMkLst>
            <pc:docMk/>
            <pc:sldMk cId="140100102" sldId="256"/>
            <ac:spMk id="2" creationId="{DC13901E-A156-DEE4-910D-32B3EA234349}"/>
          </ac:spMkLst>
        </pc:spChg>
        <pc:spChg chg="del">
          <ac:chgData name="Hoang, Quang Manh" userId="1c61224f-ec88-4d4b-ad8c-d1c568721deb" providerId="ADAL" clId="{1A4E9071-D4A9-4D30-A7D1-538CF7032776}" dt="2025-12-11T22:01:07.465" v="2" actId="478"/>
          <ac:spMkLst>
            <pc:docMk/>
            <pc:sldMk cId="140100102" sldId="256"/>
            <ac:spMk id="3" creationId="{8BECBE20-107C-E8F8-A8E9-5D2C8DAEA701}"/>
          </ac:spMkLst>
        </pc:spChg>
        <pc:picChg chg="add mod">
          <ac:chgData name="Hoang, Quang Manh" userId="1c61224f-ec88-4d4b-ad8c-d1c568721deb" providerId="ADAL" clId="{1A4E9071-D4A9-4D30-A7D1-538CF7032776}" dt="2025-12-11T22:01:38.272" v="10" actId="1076"/>
          <ac:picMkLst>
            <pc:docMk/>
            <pc:sldMk cId="140100102" sldId="256"/>
            <ac:picMk id="5" creationId="{1586DA86-5827-DC38-D63C-F9FEDA1B0E26}"/>
          </ac:picMkLst>
        </pc:picChg>
        <pc:picChg chg="add mod">
          <ac:chgData name="Hoang, Quang Manh" userId="1c61224f-ec88-4d4b-ad8c-d1c568721deb" providerId="ADAL" clId="{1A4E9071-D4A9-4D30-A7D1-538CF7032776}" dt="2025-12-11T22:01:39.328" v="11" actId="1076"/>
          <ac:picMkLst>
            <pc:docMk/>
            <pc:sldMk cId="140100102" sldId="256"/>
            <ac:picMk id="7" creationId="{14B60C75-51F8-43D0-BC4D-2F18D892C3E6}"/>
          </ac:picMkLst>
        </pc:picChg>
        <pc:picChg chg="add mod">
          <ac:chgData name="Hoang, Quang Manh" userId="1c61224f-ec88-4d4b-ad8c-d1c568721deb" providerId="ADAL" clId="{1A4E9071-D4A9-4D30-A7D1-538CF7032776}" dt="2025-12-11T22:01:37.196" v="9" actId="1076"/>
          <ac:picMkLst>
            <pc:docMk/>
            <pc:sldMk cId="140100102" sldId="256"/>
            <ac:picMk id="9" creationId="{F6829FA7-6B89-0966-4093-4631766C4B93}"/>
          </ac:picMkLst>
        </pc:picChg>
        <pc:picChg chg="add mod">
          <ac:chgData name="Hoang, Quang Manh" userId="1c61224f-ec88-4d4b-ad8c-d1c568721deb" providerId="ADAL" clId="{1A4E9071-D4A9-4D30-A7D1-538CF7032776}" dt="2025-12-11T22:01:31.383" v="5" actId="1076"/>
          <ac:picMkLst>
            <pc:docMk/>
            <pc:sldMk cId="140100102" sldId="256"/>
            <ac:picMk id="11" creationId="{1B0874A9-49ED-B563-FE4E-1205A266763C}"/>
          </ac:picMkLst>
        </pc:picChg>
        <pc:picChg chg="add mod">
          <ac:chgData name="Hoang, Quang Manh" userId="1c61224f-ec88-4d4b-ad8c-d1c568721deb" providerId="ADAL" clId="{1A4E9071-D4A9-4D30-A7D1-538CF7032776}" dt="2025-12-11T22:01:29.711" v="4" actId="1076"/>
          <ac:picMkLst>
            <pc:docMk/>
            <pc:sldMk cId="140100102" sldId="256"/>
            <ac:picMk id="13" creationId="{A606E911-C95C-F7A4-50B5-091FBF373C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CC20-FB0B-DBE7-0B30-588A3A191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0FFFB-E653-F3B4-02CB-334136A7B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AA8C0-3B3D-8DE4-B9CF-FD4FFEEE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18B76-93A3-4B9E-AE5B-C135D373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D2640-B75A-537A-EA35-D4E0BEF2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2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54B3-FBE6-DE51-BB19-6FA9727B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F740D-C1C3-5E13-8D79-3C75822E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EF792-F955-BC85-50E2-5E31028D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B1DEC-D196-BF38-678A-C89AA4AB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C765-6138-951C-6744-519A36B7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7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1C50-FCF3-F55A-E2EE-3C551FFF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09011-DCDE-A26B-2580-6353532C6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9E13A-DE25-08E3-D840-E7E2B0AA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7480A-9189-1186-AB67-4F094B64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AC9F4-86CD-F44E-0A96-3E822875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305D-E7EA-392C-8118-7ED4C70D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E24E0-26E5-536A-D317-DF25FF473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AA4AD-7379-8CAF-7D73-96A13DAF3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97C07-F2A2-D43A-4DED-4740A60B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8F757-32E8-1D0E-354F-42AD3B3D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BFC01-1C41-64A8-E74C-6AFF73C0E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6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50C6-6AF6-A317-0E0F-9456FA3EF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13969-DDC3-821F-5005-124BC2629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5A8E4-525F-429F-9FDD-131FB2F05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A23FDD-D7B3-B02F-E0AD-F20D9B12F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99656-FD7C-C406-7E69-1777E029A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78C659-DEC5-4007-9B19-ED74969E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B2F7C-B1EB-43F4-3EC2-BAEDFB3C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EAD37-3E23-910C-911C-B038B322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0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70C2-41C4-C27E-7C49-B64BB7B8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5350E-5380-DCEE-0294-82D58C64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B481A-6D46-34E2-E766-016FD153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8EA41-077A-BE37-6EDF-705F3ADE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8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98A82-D742-554C-7189-C0290B80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104831-DD28-B38F-5B57-D504A672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BCDA5-8507-FBBA-1706-3A137D9E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2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34AF-F92B-A56D-A2DB-01585E9E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0AFD6-0445-80C5-E511-463E4A4E9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1FFEF-05E6-30D1-92D7-6DA0B9D0A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C8462-52F4-0B50-F61D-E88B17C60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B9D60-2ED4-1BDB-C602-AC57188A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8F08D-ADED-DB10-D212-1BF4F4F3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1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4426-D327-6870-41F7-C65A9861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77434-1D8C-7931-DF25-BEC534DED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2D371-8C88-8E5F-9734-E62A8DD29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C3B7C-F10C-8FC6-9A06-7BF3D541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5E946-96CD-4B3C-D0A5-78D88430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9DE7E-05AA-D0A8-CBC1-B60D7A09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6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F152-7177-BA35-4659-1C048E73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6D651-F606-8054-EA11-050EAEA18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8345A-1E73-F5A4-27EF-473A78B9D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AD60D-0BBE-ED08-8A87-44CC22BB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6A8BA-0172-704A-4AD3-D82F39B6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05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A6CB4-5BE9-1E21-4EC1-4B5CD9239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4E96E-3B6E-839C-01EC-BB789B735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6D323-9EED-183C-CA4F-38D61A61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292E3-9E79-93EE-96F8-1AC33E0E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CD89-39B3-DC8D-A9CA-7F41C9CF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5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2B6F5-CEF0-F8D6-15B0-9D3805D3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F327A-CC60-7200-B885-4A0C39817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C4612-43C8-2097-60E1-9744BFF78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39B45-73D5-4D4C-AF3E-0D941C4B38E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744C2-BF8E-94B2-20BB-8166317DE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583AD-02CE-2B29-5377-5D3E306C7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7CF9E-4999-487C-8C24-84219D0A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8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586DA86-5827-DC38-D63C-F9FEDA1B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1177" y="3125492"/>
            <a:ext cx="3105150" cy="246697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4B60C75-51F8-43D0-BC4D-2F18D892C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3123" y="3135017"/>
            <a:ext cx="3105150" cy="2457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6829FA7-6B89-0966-4093-4631766C4B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450" y="3135017"/>
            <a:ext cx="6305550" cy="2647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B0874A9-49ED-B563-FE4E-1205A26676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3552" y="314844"/>
            <a:ext cx="6305550" cy="24669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606E911-C95C-F7A4-50B5-091FBF373C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0450" y="329687"/>
            <a:ext cx="63055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00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Quang Manh</dc:creator>
  <cp:lastModifiedBy>Hoang, Quang Manh</cp:lastModifiedBy>
  <cp:revision>1</cp:revision>
  <dcterms:created xsi:type="dcterms:W3CDTF">2025-12-11T22:01:00Z</dcterms:created>
  <dcterms:modified xsi:type="dcterms:W3CDTF">2025-12-11T22:01:40Z</dcterms:modified>
</cp:coreProperties>
</file>